
<file path=[Content_Types].xml><?xml version="1.0" encoding="utf-8"?>
<Types xmlns="http://schemas.openxmlformats.org/package/2006/content-types">
  <Default Extension="png" ContentType="image/png"/>
  <Default Extension="jfif" ContentType="image/jpeg"/>
  <Default Extension="webp"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8" r:id="rId3"/>
    <p:sldId id="257" r:id="rId4"/>
    <p:sldId id="259" r:id="rId5"/>
    <p:sldId id="261" r:id="rId6"/>
    <p:sldId id="262" r:id="rId7"/>
    <p:sldId id="263" r:id="rId8"/>
    <p:sldId id="266" r:id="rId9"/>
    <p:sldId id="264" r:id="rId10"/>
    <p:sldId id="265" r:id="rId11"/>
    <p:sldId id="268" r:id="rId12"/>
    <p:sldId id="269" r:id="rId13"/>
    <p:sldId id="270" r:id="rId14"/>
    <p:sldId id="271" r:id="rId15"/>
    <p:sldId id="272" r:id="rId16"/>
    <p:sldId id="274" r:id="rId17"/>
    <p:sldId id="273" r:id="rId18"/>
  </p:sldIdLst>
  <p:sldSz cx="9144000" cy="5143500" type="screen16x9"/>
  <p:notesSz cx="6858000" cy="9144000"/>
  <p:embeddedFontLst>
    <p:embeddedFont>
      <p:font typeface="Calibri" panose="020F0502020204030204" pitchFamily="34" charset="0"/>
      <p:regular r:id="rId20"/>
      <p:bold r:id="rId21"/>
      <p:italic r:id="rId22"/>
      <p:boldItalic r:id="rId23"/>
    </p:embeddedFont>
    <p:embeddedFont>
      <p:font typeface="Nunito" panose="020B060402020202020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7B51"/>
    <a:srgbClr val="E68B7D"/>
    <a:srgbClr val="0079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161" autoAdjust="0"/>
  </p:normalViewPr>
  <p:slideViewPr>
    <p:cSldViewPr snapToGrid="0">
      <p:cViewPr>
        <p:scale>
          <a:sx n="90" d="100"/>
          <a:sy n="90" d="100"/>
        </p:scale>
        <p:origin x="816"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6277A3-5F94-4E10-948D-4B415154664D}" type="doc">
      <dgm:prSet loTypeId="urn:microsoft.com/office/officeart/2005/8/layout/venn3" loCatId="relationship" qsTypeId="urn:microsoft.com/office/officeart/2005/8/quickstyle/3d4" qsCatId="3D" csTypeId="urn:microsoft.com/office/officeart/2005/8/colors/colorful2" csCatId="colorful" phldr="1"/>
      <dgm:spPr/>
      <dgm:t>
        <a:bodyPr/>
        <a:lstStyle/>
        <a:p>
          <a:endParaRPr lang="fr-FR"/>
        </a:p>
      </dgm:t>
    </dgm:pt>
    <dgm:pt modelId="{2923291E-FDD3-4645-A975-7073755F1ADD}">
      <dgm:prSet phldrT="[Texte]"/>
      <dgm:spPr/>
      <dgm:t>
        <a:bodyPr/>
        <a:lstStyle/>
        <a:p>
          <a:r>
            <a:rPr lang="fr-FR" dirty="0" smtClean="0"/>
            <a:t>S’authentifier</a:t>
          </a:r>
          <a:endParaRPr lang="fr-FR" dirty="0"/>
        </a:p>
      </dgm:t>
    </dgm:pt>
    <dgm:pt modelId="{71053E40-8991-4489-B188-821E9F27B3B2}" type="parTrans" cxnId="{281351DF-D22F-4A7A-8E31-69FD17F33FA5}">
      <dgm:prSet/>
      <dgm:spPr/>
      <dgm:t>
        <a:bodyPr/>
        <a:lstStyle/>
        <a:p>
          <a:endParaRPr lang="fr-FR"/>
        </a:p>
      </dgm:t>
    </dgm:pt>
    <dgm:pt modelId="{40060DCB-770C-4E99-98BE-73B3C20A47A2}" type="sibTrans" cxnId="{281351DF-D22F-4A7A-8E31-69FD17F33FA5}">
      <dgm:prSet/>
      <dgm:spPr/>
      <dgm:t>
        <a:bodyPr/>
        <a:lstStyle/>
        <a:p>
          <a:endParaRPr lang="fr-FR"/>
        </a:p>
      </dgm:t>
    </dgm:pt>
    <dgm:pt modelId="{76368B78-90DD-4981-9223-3D6B30F77130}">
      <dgm:prSet phldrT="[Texte]"/>
      <dgm:spPr/>
      <dgm:t>
        <a:bodyPr/>
        <a:lstStyle/>
        <a:p>
          <a:r>
            <a:rPr lang="en-US" dirty="0" smtClean="0"/>
            <a:t>Gestion des produits</a:t>
          </a:r>
          <a:endParaRPr lang="fr-FR" dirty="0"/>
        </a:p>
      </dgm:t>
    </dgm:pt>
    <dgm:pt modelId="{3724C25E-26FF-4D0F-B1C2-752D992334F4}" type="parTrans" cxnId="{43CD7FA0-5DE3-411C-B58F-CE7D92CE2771}">
      <dgm:prSet/>
      <dgm:spPr/>
      <dgm:t>
        <a:bodyPr/>
        <a:lstStyle/>
        <a:p>
          <a:endParaRPr lang="fr-FR"/>
        </a:p>
      </dgm:t>
    </dgm:pt>
    <dgm:pt modelId="{F5E50D6B-4F73-45D2-AF4A-669420454093}" type="sibTrans" cxnId="{43CD7FA0-5DE3-411C-B58F-CE7D92CE2771}">
      <dgm:prSet/>
      <dgm:spPr/>
      <dgm:t>
        <a:bodyPr/>
        <a:lstStyle/>
        <a:p>
          <a:endParaRPr lang="fr-FR"/>
        </a:p>
      </dgm:t>
    </dgm:pt>
    <dgm:pt modelId="{8166DDAF-1838-4DC9-8E73-B44473E78DF6}">
      <dgm:prSet phldrT="[Texte]"/>
      <dgm:spPr/>
      <dgm:t>
        <a:bodyPr/>
        <a:lstStyle/>
        <a:p>
          <a:r>
            <a:rPr lang="en-US" dirty="0" smtClean="0"/>
            <a:t>Gestion des commandes</a:t>
          </a:r>
          <a:endParaRPr lang="fr-FR" dirty="0"/>
        </a:p>
      </dgm:t>
    </dgm:pt>
    <dgm:pt modelId="{27E75A7A-E9C8-43FF-8E2F-C1226224E071}" type="parTrans" cxnId="{5CBC24FD-AE08-469A-9A9F-414EAE58C8F7}">
      <dgm:prSet/>
      <dgm:spPr/>
      <dgm:t>
        <a:bodyPr/>
        <a:lstStyle/>
        <a:p>
          <a:endParaRPr lang="fr-FR"/>
        </a:p>
      </dgm:t>
    </dgm:pt>
    <dgm:pt modelId="{EA2CBA78-6B12-4CC8-9A61-B94F17302B87}" type="sibTrans" cxnId="{5CBC24FD-AE08-469A-9A9F-414EAE58C8F7}">
      <dgm:prSet/>
      <dgm:spPr/>
      <dgm:t>
        <a:bodyPr/>
        <a:lstStyle/>
        <a:p>
          <a:endParaRPr lang="fr-FR"/>
        </a:p>
      </dgm:t>
    </dgm:pt>
    <dgm:pt modelId="{9721774E-7732-47F8-948A-1704B7124D07}">
      <dgm:prSet phldrT="[Texte]"/>
      <dgm:spPr/>
      <dgm:t>
        <a:bodyPr/>
        <a:lstStyle/>
        <a:p>
          <a:pPr rtl="0"/>
          <a:r>
            <a:rPr lang="en-US" dirty="0" smtClean="0"/>
            <a:t>Gestion des clients</a:t>
          </a:r>
          <a:endParaRPr lang="fr-FR" dirty="0"/>
        </a:p>
      </dgm:t>
    </dgm:pt>
    <dgm:pt modelId="{56DB7FD4-6671-4580-A756-39B676F1C7B5}" type="parTrans" cxnId="{AEB6A78C-99DF-403A-ADC0-032FF061A093}">
      <dgm:prSet/>
      <dgm:spPr/>
      <dgm:t>
        <a:bodyPr/>
        <a:lstStyle/>
        <a:p>
          <a:endParaRPr lang="fr-FR"/>
        </a:p>
      </dgm:t>
    </dgm:pt>
    <dgm:pt modelId="{2E6AE2E4-17CA-4B7A-98B1-853EB722F0C9}" type="sibTrans" cxnId="{AEB6A78C-99DF-403A-ADC0-032FF061A093}">
      <dgm:prSet/>
      <dgm:spPr/>
      <dgm:t>
        <a:bodyPr/>
        <a:lstStyle/>
        <a:p>
          <a:endParaRPr lang="fr-FR"/>
        </a:p>
      </dgm:t>
    </dgm:pt>
    <dgm:pt modelId="{CF1CF2A6-81A9-429A-9880-3C6C8A9E3779}">
      <dgm:prSet/>
      <dgm:spPr/>
      <dgm:t>
        <a:bodyPr/>
        <a:lstStyle/>
        <a:p>
          <a:r>
            <a:rPr lang="fr-FR" dirty="0" smtClean="0"/>
            <a:t>paiement</a:t>
          </a:r>
          <a:endParaRPr lang="fr-FR" dirty="0"/>
        </a:p>
      </dgm:t>
    </dgm:pt>
    <dgm:pt modelId="{DD41F419-86C7-423F-8AEB-C937ACCB7679}" type="parTrans" cxnId="{D53D54DE-4BDD-4C83-B521-847AF2FB4BA5}">
      <dgm:prSet/>
      <dgm:spPr/>
      <dgm:t>
        <a:bodyPr/>
        <a:lstStyle/>
        <a:p>
          <a:endParaRPr lang="fr-FR"/>
        </a:p>
      </dgm:t>
    </dgm:pt>
    <dgm:pt modelId="{3E910B0E-3F36-4829-BE98-7A9FEE3D93B8}" type="sibTrans" cxnId="{D53D54DE-4BDD-4C83-B521-847AF2FB4BA5}">
      <dgm:prSet/>
      <dgm:spPr/>
      <dgm:t>
        <a:bodyPr/>
        <a:lstStyle/>
        <a:p>
          <a:endParaRPr lang="fr-FR"/>
        </a:p>
      </dgm:t>
    </dgm:pt>
    <dgm:pt modelId="{6DB2C5D2-E1E6-411E-92C8-14DE2B3E2870}">
      <dgm:prSet/>
      <dgm:spPr>
        <a:solidFill>
          <a:srgbClr val="E68B7D"/>
        </a:solidFill>
      </dgm:spPr>
      <dgm:t>
        <a:bodyPr/>
        <a:lstStyle/>
        <a:p>
          <a:r>
            <a:rPr lang="fr-FR" dirty="0" smtClean="0"/>
            <a:t>Gestion de stock</a:t>
          </a:r>
          <a:endParaRPr lang="fr-FR" dirty="0"/>
        </a:p>
      </dgm:t>
    </dgm:pt>
    <dgm:pt modelId="{DF1850C4-2EDC-4B83-9436-8080EE19F733}" type="parTrans" cxnId="{65A58ED6-946A-438D-AE93-47243D1E74F3}">
      <dgm:prSet/>
      <dgm:spPr/>
      <dgm:t>
        <a:bodyPr/>
        <a:lstStyle/>
        <a:p>
          <a:endParaRPr lang="fr-FR"/>
        </a:p>
      </dgm:t>
    </dgm:pt>
    <dgm:pt modelId="{96B5C545-1E43-4C03-8D62-0C4677A82F4A}" type="sibTrans" cxnId="{65A58ED6-946A-438D-AE93-47243D1E74F3}">
      <dgm:prSet/>
      <dgm:spPr/>
      <dgm:t>
        <a:bodyPr/>
        <a:lstStyle/>
        <a:p>
          <a:endParaRPr lang="fr-FR"/>
        </a:p>
      </dgm:t>
    </dgm:pt>
    <dgm:pt modelId="{E64B982B-02A3-4709-8ECB-DFE31E29E85A}" type="pres">
      <dgm:prSet presAssocID="{EB6277A3-5F94-4E10-948D-4B415154664D}" presName="Name0" presStyleCnt="0">
        <dgm:presLayoutVars>
          <dgm:dir/>
          <dgm:resizeHandles val="exact"/>
        </dgm:presLayoutVars>
      </dgm:prSet>
      <dgm:spPr/>
    </dgm:pt>
    <dgm:pt modelId="{362A4D62-6425-48A2-8A94-DA86F4089DEF}" type="pres">
      <dgm:prSet presAssocID="{2923291E-FDD3-4645-A975-7073755F1ADD}" presName="Name5" presStyleLbl="vennNode1" presStyleIdx="0" presStyleCnt="6">
        <dgm:presLayoutVars>
          <dgm:bulletEnabled val="1"/>
        </dgm:presLayoutVars>
      </dgm:prSet>
      <dgm:spPr/>
      <dgm:t>
        <a:bodyPr/>
        <a:lstStyle/>
        <a:p>
          <a:endParaRPr lang="fr-FR"/>
        </a:p>
      </dgm:t>
    </dgm:pt>
    <dgm:pt modelId="{7F2A7E58-1E16-4F3E-8DCD-565FD920D1F0}" type="pres">
      <dgm:prSet presAssocID="{40060DCB-770C-4E99-98BE-73B3C20A47A2}" presName="space" presStyleCnt="0"/>
      <dgm:spPr/>
    </dgm:pt>
    <dgm:pt modelId="{A44DB78A-677B-4C63-B1E2-00732C01581C}" type="pres">
      <dgm:prSet presAssocID="{76368B78-90DD-4981-9223-3D6B30F77130}" presName="Name5" presStyleLbl="vennNode1" presStyleIdx="1" presStyleCnt="6">
        <dgm:presLayoutVars>
          <dgm:bulletEnabled val="1"/>
        </dgm:presLayoutVars>
      </dgm:prSet>
      <dgm:spPr/>
      <dgm:t>
        <a:bodyPr/>
        <a:lstStyle/>
        <a:p>
          <a:endParaRPr lang="fr-FR"/>
        </a:p>
      </dgm:t>
    </dgm:pt>
    <dgm:pt modelId="{04675193-10DF-49B4-BD52-3960C0118AC4}" type="pres">
      <dgm:prSet presAssocID="{F5E50D6B-4F73-45D2-AF4A-669420454093}" presName="space" presStyleCnt="0"/>
      <dgm:spPr/>
    </dgm:pt>
    <dgm:pt modelId="{540FD356-0C31-4027-B2E9-5F1DEBF3C720}" type="pres">
      <dgm:prSet presAssocID="{8166DDAF-1838-4DC9-8E73-B44473E78DF6}" presName="Name5" presStyleLbl="vennNode1" presStyleIdx="2" presStyleCnt="6">
        <dgm:presLayoutVars>
          <dgm:bulletEnabled val="1"/>
        </dgm:presLayoutVars>
      </dgm:prSet>
      <dgm:spPr/>
      <dgm:t>
        <a:bodyPr/>
        <a:lstStyle/>
        <a:p>
          <a:endParaRPr lang="fr-FR"/>
        </a:p>
      </dgm:t>
    </dgm:pt>
    <dgm:pt modelId="{ED731DBF-E5A6-43EC-B3FC-471956ACE94B}" type="pres">
      <dgm:prSet presAssocID="{EA2CBA78-6B12-4CC8-9A61-B94F17302B87}" presName="space" presStyleCnt="0"/>
      <dgm:spPr/>
    </dgm:pt>
    <dgm:pt modelId="{B186F2A3-4EE3-4D71-8295-7A5948B5C772}" type="pres">
      <dgm:prSet presAssocID="{9721774E-7732-47F8-948A-1704B7124D07}" presName="Name5" presStyleLbl="vennNode1" presStyleIdx="3" presStyleCnt="6">
        <dgm:presLayoutVars>
          <dgm:bulletEnabled val="1"/>
        </dgm:presLayoutVars>
      </dgm:prSet>
      <dgm:spPr/>
      <dgm:t>
        <a:bodyPr/>
        <a:lstStyle/>
        <a:p>
          <a:endParaRPr lang="fr-FR"/>
        </a:p>
      </dgm:t>
    </dgm:pt>
    <dgm:pt modelId="{01C1B35F-6EB2-4CE9-8CE5-6944230E03A5}" type="pres">
      <dgm:prSet presAssocID="{2E6AE2E4-17CA-4B7A-98B1-853EB722F0C9}" presName="space" presStyleCnt="0"/>
      <dgm:spPr/>
    </dgm:pt>
    <dgm:pt modelId="{468699A5-BA24-4085-AC95-526643A709BC}" type="pres">
      <dgm:prSet presAssocID="{CF1CF2A6-81A9-429A-9880-3C6C8A9E3779}" presName="Name5" presStyleLbl="vennNode1" presStyleIdx="4" presStyleCnt="6" custLinFactNeighborX="256" custLinFactNeighborY="4017">
        <dgm:presLayoutVars>
          <dgm:bulletEnabled val="1"/>
        </dgm:presLayoutVars>
      </dgm:prSet>
      <dgm:spPr/>
    </dgm:pt>
    <dgm:pt modelId="{27409CD9-2F1C-4D51-95CC-83AC6DB4DA1B}" type="pres">
      <dgm:prSet presAssocID="{3E910B0E-3F36-4829-BE98-7A9FEE3D93B8}" presName="space" presStyleCnt="0"/>
      <dgm:spPr/>
    </dgm:pt>
    <dgm:pt modelId="{200F8BFE-BEC8-424E-B1E1-601394CD58B2}" type="pres">
      <dgm:prSet presAssocID="{6DB2C5D2-E1E6-411E-92C8-14DE2B3E2870}" presName="Name5" presStyleLbl="vennNode1" presStyleIdx="5" presStyleCnt="6" custLinFactNeighborY="5008">
        <dgm:presLayoutVars>
          <dgm:bulletEnabled val="1"/>
        </dgm:presLayoutVars>
      </dgm:prSet>
      <dgm:spPr/>
    </dgm:pt>
  </dgm:ptLst>
  <dgm:cxnLst>
    <dgm:cxn modelId="{AEB6A78C-99DF-403A-ADC0-032FF061A093}" srcId="{EB6277A3-5F94-4E10-948D-4B415154664D}" destId="{9721774E-7732-47F8-948A-1704B7124D07}" srcOrd="3" destOrd="0" parTransId="{56DB7FD4-6671-4580-A756-39B676F1C7B5}" sibTransId="{2E6AE2E4-17CA-4B7A-98B1-853EB722F0C9}"/>
    <dgm:cxn modelId="{0053C91D-D0FC-4ED0-A619-B7C2328BD8C0}" type="presOf" srcId="{EB6277A3-5F94-4E10-948D-4B415154664D}" destId="{E64B982B-02A3-4709-8ECB-DFE31E29E85A}" srcOrd="0" destOrd="0" presId="urn:microsoft.com/office/officeart/2005/8/layout/venn3"/>
    <dgm:cxn modelId="{3F3C7AAB-338D-4496-90FC-330F5FDE5E9D}" type="presOf" srcId="{76368B78-90DD-4981-9223-3D6B30F77130}" destId="{A44DB78A-677B-4C63-B1E2-00732C01581C}" srcOrd="0" destOrd="0" presId="urn:microsoft.com/office/officeart/2005/8/layout/venn3"/>
    <dgm:cxn modelId="{855F3C00-B210-4419-B7CE-F31556CB1CF2}" type="presOf" srcId="{9721774E-7732-47F8-948A-1704B7124D07}" destId="{B186F2A3-4EE3-4D71-8295-7A5948B5C772}" srcOrd="0" destOrd="0" presId="urn:microsoft.com/office/officeart/2005/8/layout/venn3"/>
    <dgm:cxn modelId="{D53D54DE-4BDD-4C83-B521-847AF2FB4BA5}" srcId="{EB6277A3-5F94-4E10-948D-4B415154664D}" destId="{CF1CF2A6-81A9-429A-9880-3C6C8A9E3779}" srcOrd="4" destOrd="0" parTransId="{DD41F419-86C7-423F-8AEB-C937ACCB7679}" sibTransId="{3E910B0E-3F36-4829-BE98-7A9FEE3D93B8}"/>
    <dgm:cxn modelId="{2F1D4649-C6DD-40FC-AF0A-80B303A384FA}" type="presOf" srcId="{CF1CF2A6-81A9-429A-9880-3C6C8A9E3779}" destId="{468699A5-BA24-4085-AC95-526643A709BC}" srcOrd="0" destOrd="0" presId="urn:microsoft.com/office/officeart/2005/8/layout/venn3"/>
    <dgm:cxn modelId="{43CD7FA0-5DE3-411C-B58F-CE7D92CE2771}" srcId="{EB6277A3-5F94-4E10-948D-4B415154664D}" destId="{76368B78-90DD-4981-9223-3D6B30F77130}" srcOrd="1" destOrd="0" parTransId="{3724C25E-26FF-4D0F-B1C2-752D992334F4}" sibTransId="{F5E50D6B-4F73-45D2-AF4A-669420454093}"/>
    <dgm:cxn modelId="{405985E4-9733-4736-9032-02F1AB1F5056}" type="presOf" srcId="{2923291E-FDD3-4645-A975-7073755F1ADD}" destId="{362A4D62-6425-48A2-8A94-DA86F4089DEF}" srcOrd="0" destOrd="0" presId="urn:microsoft.com/office/officeart/2005/8/layout/venn3"/>
    <dgm:cxn modelId="{5CBC24FD-AE08-469A-9A9F-414EAE58C8F7}" srcId="{EB6277A3-5F94-4E10-948D-4B415154664D}" destId="{8166DDAF-1838-4DC9-8E73-B44473E78DF6}" srcOrd="2" destOrd="0" parTransId="{27E75A7A-E9C8-43FF-8E2F-C1226224E071}" sibTransId="{EA2CBA78-6B12-4CC8-9A61-B94F17302B87}"/>
    <dgm:cxn modelId="{281351DF-D22F-4A7A-8E31-69FD17F33FA5}" srcId="{EB6277A3-5F94-4E10-948D-4B415154664D}" destId="{2923291E-FDD3-4645-A975-7073755F1ADD}" srcOrd="0" destOrd="0" parTransId="{71053E40-8991-4489-B188-821E9F27B3B2}" sibTransId="{40060DCB-770C-4E99-98BE-73B3C20A47A2}"/>
    <dgm:cxn modelId="{19A3C4BB-F2EB-4563-A6B6-B634AA10CE61}" type="presOf" srcId="{6DB2C5D2-E1E6-411E-92C8-14DE2B3E2870}" destId="{200F8BFE-BEC8-424E-B1E1-601394CD58B2}" srcOrd="0" destOrd="0" presId="urn:microsoft.com/office/officeart/2005/8/layout/venn3"/>
    <dgm:cxn modelId="{A2B4CBF2-EB2D-4E9C-85F3-3BF6F0C2C4D4}" type="presOf" srcId="{8166DDAF-1838-4DC9-8E73-B44473E78DF6}" destId="{540FD356-0C31-4027-B2E9-5F1DEBF3C720}" srcOrd="0" destOrd="0" presId="urn:microsoft.com/office/officeart/2005/8/layout/venn3"/>
    <dgm:cxn modelId="{65A58ED6-946A-438D-AE93-47243D1E74F3}" srcId="{EB6277A3-5F94-4E10-948D-4B415154664D}" destId="{6DB2C5D2-E1E6-411E-92C8-14DE2B3E2870}" srcOrd="5" destOrd="0" parTransId="{DF1850C4-2EDC-4B83-9436-8080EE19F733}" sibTransId="{96B5C545-1E43-4C03-8D62-0C4677A82F4A}"/>
    <dgm:cxn modelId="{732E9F37-7081-4872-B761-28A8C8EC2A45}" type="presParOf" srcId="{E64B982B-02A3-4709-8ECB-DFE31E29E85A}" destId="{362A4D62-6425-48A2-8A94-DA86F4089DEF}" srcOrd="0" destOrd="0" presId="urn:microsoft.com/office/officeart/2005/8/layout/venn3"/>
    <dgm:cxn modelId="{076E136A-BDFB-402D-951D-4A2E7FE0DAD1}" type="presParOf" srcId="{E64B982B-02A3-4709-8ECB-DFE31E29E85A}" destId="{7F2A7E58-1E16-4F3E-8DCD-565FD920D1F0}" srcOrd="1" destOrd="0" presId="urn:microsoft.com/office/officeart/2005/8/layout/venn3"/>
    <dgm:cxn modelId="{BA7EE33F-D7D5-4641-A3FD-EB93D11F9677}" type="presParOf" srcId="{E64B982B-02A3-4709-8ECB-DFE31E29E85A}" destId="{A44DB78A-677B-4C63-B1E2-00732C01581C}" srcOrd="2" destOrd="0" presId="urn:microsoft.com/office/officeart/2005/8/layout/venn3"/>
    <dgm:cxn modelId="{AB16B68E-6E06-448D-9AA2-EEA76EB8A36B}" type="presParOf" srcId="{E64B982B-02A3-4709-8ECB-DFE31E29E85A}" destId="{04675193-10DF-49B4-BD52-3960C0118AC4}" srcOrd="3" destOrd="0" presId="urn:microsoft.com/office/officeart/2005/8/layout/venn3"/>
    <dgm:cxn modelId="{7D177DBF-22A9-4084-B30B-9FB17F8F250B}" type="presParOf" srcId="{E64B982B-02A3-4709-8ECB-DFE31E29E85A}" destId="{540FD356-0C31-4027-B2E9-5F1DEBF3C720}" srcOrd="4" destOrd="0" presId="urn:microsoft.com/office/officeart/2005/8/layout/venn3"/>
    <dgm:cxn modelId="{3864BEAA-10DC-4564-ACD0-32E0CE8B653F}" type="presParOf" srcId="{E64B982B-02A3-4709-8ECB-DFE31E29E85A}" destId="{ED731DBF-E5A6-43EC-B3FC-471956ACE94B}" srcOrd="5" destOrd="0" presId="urn:microsoft.com/office/officeart/2005/8/layout/venn3"/>
    <dgm:cxn modelId="{F0834DAC-AB83-4ABF-A0B2-D6368F37B787}" type="presParOf" srcId="{E64B982B-02A3-4709-8ECB-DFE31E29E85A}" destId="{B186F2A3-4EE3-4D71-8295-7A5948B5C772}" srcOrd="6" destOrd="0" presId="urn:microsoft.com/office/officeart/2005/8/layout/venn3"/>
    <dgm:cxn modelId="{9C8662C7-3199-48A2-A887-2895BD9E9357}" type="presParOf" srcId="{E64B982B-02A3-4709-8ECB-DFE31E29E85A}" destId="{01C1B35F-6EB2-4CE9-8CE5-6944230E03A5}" srcOrd="7" destOrd="0" presId="urn:microsoft.com/office/officeart/2005/8/layout/venn3"/>
    <dgm:cxn modelId="{188ED49C-0158-4B8E-81D7-10FE9D2903D1}" type="presParOf" srcId="{E64B982B-02A3-4709-8ECB-DFE31E29E85A}" destId="{468699A5-BA24-4085-AC95-526643A709BC}" srcOrd="8" destOrd="0" presId="urn:microsoft.com/office/officeart/2005/8/layout/venn3"/>
    <dgm:cxn modelId="{6D5EBF32-4165-4D83-846A-2F4B65112ED1}" type="presParOf" srcId="{E64B982B-02A3-4709-8ECB-DFE31E29E85A}" destId="{27409CD9-2F1C-4D51-95CC-83AC6DB4DA1B}" srcOrd="9" destOrd="0" presId="urn:microsoft.com/office/officeart/2005/8/layout/venn3"/>
    <dgm:cxn modelId="{AC7D63B7-9637-424E-BBDB-A64A69C2667E}" type="presParOf" srcId="{E64B982B-02A3-4709-8ECB-DFE31E29E85A}" destId="{200F8BFE-BEC8-424E-B1E1-601394CD58B2}" srcOrd="10" destOrd="0" presId="urn:microsoft.com/office/officeart/2005/8/layout/ven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6CC43BF-58D2-4E35-B043-B4CC25827403}" type="doc">
      <dgm:prSet loTypeId="urn:microsoft.com/office/officeart/2005/8/layout/venn3" loCatId="relationship" qsTypeId="urn:microsoft.com/office/officeart/2005/8/quickstyle/3d4" qsCatId="3D" csTypeId="urn:microsoft.com/office/officeart/2005/8/colors/colorful2" csCatId="colorful" phldr="1"/>
      <dgm:spPr/>
      <dgm:t>
        <a:bodyPr/>
        <a:lstStyle/>
        <a:p>
          <a:endParaRPr lang="fr-FR"/>
        </a:p>
      </dgm:t>
    </dgm:pt>
    <dgm:pt modelId="{3439BD6A-97C5-49A4-B19A-03D770BF6B43}">
      <dgm:prSet phldrT="[Texte]"/>
      <dgm:spPr/>
      <dgm:t>
        <a:bodyPr/>
        <a:lstStyle/>
        <a:p>
          <a:r>
            <a:rPr lang="en-US" dirty="0" smtClean="0">
              <a:latin typeface="Arial"/>
              <a:ea typeface="Arial"/>
              <a:cs typeface="Arial"/>
              <a:sym typeface="Arial"/>
            </a:rPr>
            <a:t>Sécurité</a:t>
          </a:r>
          <a:endParaRPr lang="fr-FR" dirty="0"/>
        </a:p>
      </dgm:t>
    </dgm:pt>
    <dgm:pt modelId="{89544437-B18C-4E4B-A6F9-48EA2E6E2547}" type="parTrans" cxnId="{3715AED6-94B7-4DB3-9CFB-0BAE91AF5017}">
      <dgm:prSet/>
      <dgm:spPr/>
      <dgm:t>
        <a:bodyPr/>
        <a:lstStyle/>
        <a:p>
          <a:endParaRPr lang="fr-FR"/>
        </a:p>
      </dgm:t>
    </dgm:pt>
    <dgm:pt modelId="{CA06B238-39EF-4354-817A-1C94A5F9C9C4}" type="sibTrans" cxnId="{3715AED6-94B7-4DB3-9CFB-0BAE91AF5017}">
      <dgm:prSet/>
      <dgm:spPr/>
      <dgm:t>
        <a:bodyPr/>
        <a:lstStyle/>
        <a:p>
          <a:endParaRPr lang="fr-FR"/>
        </a:p>
      </dgm:t>
    </dgm:pt>
    <dgm:pt modelId="{13D4B733-AF42-4108-B9FB-F4F5785CC142}">
      <dgm:prSet phldrT="[Texte]"/>
      <dgm:spPr/>
      <dgm:t>
        <a:bodyPr/>
        <a:lstStyle/>
        <a:p>
          <a:r>
            <a:rPr lang="en-US" dirty="0" smtClean="0">
              <a:latin typeface="Arial"/>
              <a:ea typeface="Arial"/>
              <a:cs typeface="Arial"/>
              <a:sym typeface="Arial"/>
            </a:rPr>
            <a:t>Rapidité</a:t>
          </a:r>
          <a:endParaRPr lang="fr-FR" dirty="0"/>
        </a:p>
      </dgm:t>
    </dgm:pt>
    <dgm:pt modelId="{D58163FC-197D-4F08-A334-AF9D03A26B32}" type="parTrans" cxnId="{4C6FFE60-7B5E-4363-827E-E289F706093C}">
      <dgm:prSet/>
      <dgm:spPr/>
      <dgm:t>
        <a:bodyPr/>
        <a:lstStyle/>
        <a:p>
          <a:endParaRPr lang="fr-FR"/>
        </a:p>
      </dgm:t>
    </dgm:pt>
    <dgm:pt modelId="{8B82C25F-EE0F-4894-92B6-61C8EFCF7FE1}" type="sibTrans" cxnId="{4C6FFE60-7B5E-4363-827E-E289F706093C}">
      <dgm:prSet/>
      <dgm:spPr/>
      <dgm:t>
        <a:bodyPr/>
        <a:lstStyle/>
        <a:p>
          <a:endParaRPr lang="fr-FR"/>
        </a:p>
      </dgm:t>
    </dgm:pt>
    <dgm:pt modelId="{EAC9E2A7-676E-4C35-A07B-0F431C4D9E8D}">
      <dgm:prSet phldrT="[Texte]"/>
      <dgm:spPr/>
      <dgm:t>
        <a:bodyPr/>
        <a:lstStyle/>
        <a:p>
          <a:r>
            <a:rPr lang="en-US" b="0" dirty="0" smtClean="0"/>
            <a:t>Simple à utiliser</a:t>
          </a:r>
          <a:endParaRPr lang="fr-FR" b="0" dirty="0"/>
        </a:p>
      </dgm:t>
    </dgm:pt>
    <dgm:pt modelId="{768BB7CF-BCA3-44C9-88B5-2F7791D4D962}" type="parTrans" cxnId="{9465D6B9-87B4-4EEB-835A-5E51E7BA3FCD}">
      <dgm:prSet/>
      <dgm:spPr/>
      <dgm:t>
        <a:bodyPr/>
        <a:lstStyle/>
        <a:p>
          <a:endParaRPr lang="fr-FR"/>
        </a:p>
      </dgm:t>
    </dgm:pt>
    <dgm:pt modelId="{ADC6B5EE-8694-4A37-AE8C-DED6CE9BC4CD}" type="sibTrans" cxnId="{9465D6B9-87B4-4EEB-835A-5E51E7BA3FCD}">
      <dgm:prSet/>
      <dgm:spPr/>
      <dgm:t>
        <a:bodyPr/>
        <a:lstStyle/>
        <a:p>
          <a:endParaRPr lang="fr-FR"/>
        </a:p>
      </dgm:t>
    </dgm:pt>
    <dgm:pt modelId="{39D55961-D923-485F-96D5-C982B59EF776}">
      <dgm:prSet phldrT="[Texte]"/>
      <dgm:spPr/>
      <dgm:t>
        <a:bodyPr/>
        <a:lstStyle/>
        <a:p>
          <a:pPr rtl="0"/>
          <a:r>
            <a:rPr lang="en-US" dirty="0" smtClean="0">
              <a:latin typeface="Arial"/>
              <a:ea typeface="Arial"/>
              <a:cs typeface="Arial"/>
              <a:sym typeface="Arial"/>
            </a:rPr>
            <a:t>Fiabilité</a:t>
          </a:r>
          <a:endParaRPr lang="fr-FR" dirty="0"/>
        </a:p>
      </dgm:t>
    </dgm:pt>
    <dgm:pt modelId="{6F07F11A-C447-4FD6-B54E-0C29059DDFCF}" type="parTrans" cxnId="{43AA89CF-F6B2-49DC-A6ED-D84BCCADE51D}">
      <dgm:prSet/>
      <dgm:spPr/>
      <dgm:t>
        <a:bodyPr/>
        <a:lstStyle/>
        <a:p>
          <a:endParaRPr lang="fr-FR"/>
        </a:p>
      </dgm:t>
    </dgm:pt>
    <dgm:pt modelId="{D3A5B27F-5024-40F0-A283-B6257B514473}" type="sibTrans" cxnId="{43AA89CF-F6B2-49DC-A6ED-D84BCCADE51D}">
      <dgm:prSet/>
      <dgm:spPr/>
      <dgm:t>
        <a:bodyPr/>
        <a:lstStyle/>
        <a:p>
          <a:endParaRPr lang="fr-FR"/>
        </a:p>
      </dgm:t>
    </dgm:pt>
    <dgm:pt modelId="{BB7822C8-536F-4FC6-ACB6-15FC7EB02D3E}">
      <dgm:prSet/>
      <dgm:spPr/>
      <dgm:t>
        <a:bodyPr/>
        <a:lstStyle/>
        <a:p>
          <a:r>
            <a:rPr lang="en-US" b="1" dirty="0" smtClean="0"/>
            <a:t>maintenabilité</a:t>
          </a:r>
          <a:endParaRPr lang="fr-FR" dirty="0"/>
        </a:p>
      </dgm:t>
    </dgm:pt>
    <dgm:pt modelId="{DDCFE00A-B733-4200-9E2E-6DE43912ADDF}" type="parTrans" cxnId="{B73A9DF6-82EF-4B36-B7F9-A896C9A6C085}">
      <dgm:prSet/>
      <dgm:spPr/>
      <dgm:t>
        <a:bodyPr/>
        <a:lstStyle/>
        <a:p>
          <a:endParaRPr lang="fr-FR"/>
        </a:p>
      </dgm:t>
    </dgm:pt>
    <dgm:pt modelId="{49332F08-236B-4BA4-BA02-69888D3B3617}" type="sibTrans" cxnId="{B73A9DF6-82EF-4B36-B7F9-A896C9A6C085}">
      <dgm:prSet/>
      <dgm:spPr/>
      <dgm:t>
        <a:bodyPr/>
        <a:lstStyle/>
        <a:p>
          <a:endParaRPr lang="fr-FR"/>
        </a:p>
      </dgm:t>
    </dgm:pt>
    <dgm:pt modelId="{07A01C4F-28DC-462F-9A43-07D71AB0D538}" type="pres">
      <dgm:prSet presAssocID="{36CC43BF-58D2-4E35-B043-B4CC25827403}" presName="Name0" presStyleCnt="0">
        <dgm:presLayoutVars>
          <dgm:dir/>
          <dgm:resizeHandles val="exact"/>
        </dgm:presLayoutVars>
      </dgm:prSet>
      <dgm:spPr/>
    </dgm:pt>
    <dgm:pt modelId="{25EA0223-E364-45F5-A8CA-F60C9F5D3582}" type="pres">
      <dgm:prSet presAssocID="{3439BD6A-97C5-49A4-B19A-03D770BF6B43}" presName="Name5" presStyleLbl="vennNode1" presStyleIdx="0" presStyleCnt="5">
        <dgm:presLayoutVars>
          <dgm:bulletEnabled val="1"/>
        </dgm:presLayoutVars>
      </dgm:prSet>
      <dgm:spPr/>
      <dgm:t>
        <a:bodyPr/>
        <a:lstStyle/>
        <a:p>
          <a:endParaRPr lang="fr-FR"/>
        </a:p>
      </dgm:t>
    </dgm:pt>
    <dgm:pt modelId="{DA5D0E0A-16C1-489D-BDA7-87F4A0254512}" type="pres">
      <dgm:prSet presAssocID="{CA06B238-39EF-4354-817A-1C94A5F9C9C4}" presName="space" presStyleCnt="0"/>
      <dgm:spPr/>
    </dgm:pt>
    <dgm:pt modelId="{AD66C62A-ABA2-4E6F-B0B4-513EC4FE8670}" type="pres">
      <dgm:prSet presAssocID="{13D4B733-AF42-4108-B9FB-F4F5785CC142}" presName="Name5" presStyleLbl="vennNode1" presStyleIdx="1" presStyleCnt="5">
        <dgm:presLayoutVars>
          <dgm:bulletEnabled val="1"/>
        </dgm:presLayoutVars>
      </dgm:prSet>
      <dgm:spPr/>
      <dgm:t>
        <a:bodyPr/>
        <a:lstStyle/>
        <a:p>
          <a:endParaRPr lang="fr-FR"/>
        </a:p>
      </dgm:t>
    </dgm:pt>
    <dgm:pt modelId="{F4E83ED1-D3E3-4A66-9A20-1DF43585B9CF}" type="pres">
      <dgm:prSet presAssocID="{8B82C25F-EE0F-4894-92B6-61C8EFCF7FE1}" presName="space" presStyleCnt="0"/>
      <dgm:spPr/>
    </dgm:pt>
    <dgm:pt modelId="{62500204-F06F-4199-BF12-EE57D0812B77}" type="pres">
      <dgm:prSet presAssocID="{EAC9E2A7-676E-4C35-A07B-0F431C4D9E8D}" presName="Name5" presStyleLbl="vennNode1" presStyleIdx="2" presStyleCnt="5">
        <dgm:presLayoutVars>
          <dgm:bulletEnabled val="1"/>
        </dgm:presLayoutVars>
      </dgm:prSet>
      <dgm:spPr/>
      <dgm:t>
        <a:bodyPr/>
        <a:lstStyle/>
        <a:p>
          <a:endParaRPr lang="fr-FR"/>
        </a:p>
      </dgm:t>
    </dgm:pt>
    <dgm:pt modelId="{E4F1CE09-3139-4323-A62B-59B3BA6F425E}" type="pres">
      <dgm:prSet presAssocID="{ADC6B5EE-8694-4A37-AE8C-DED6CE9BC4CD}" presName="space" presStyleCnt="0"/>
      <dgm:spPr/>
    </dgm:pt>
    <dgm:pt modelId="{90B46AE9-15C7-4DEF-9BCE-BEAF426FD8E6}" type="pres">
      <dgm:prSet presAssocID="{39D55961-D923-485F-96D5-C982B59EF776}" presName="Name5" presStyleLbl="vennNode1" presStyleIdx="3" presStyleCnt="5">
        <dgm:presLayoutVars>
          <dgm:bulletEnabled val="1"/>
        </dgm:presLayoutVars>
      </dgm:prSet>
      <dgm:spPr/>
      <dgm:t>
        <a:bodyPr/>
        <a:lstStyle/>
        <a:p>
          <a:endParaRPr lang="fr-FR"/>
        </a:p>
      </dgm:t>
    </dgm:pt>
    <dgm:pt modelId="{7FC76994-DF04-4ED8-BEC9-C7884707607A}" type="pres">
      <dgm:prSet presAssocID="{D3A5B27F-5024-40F0-A283-B6257B514473}" presName="space" presStyleCnt="0"/>
      <dgm:spPr/>
    </dgm:pt>
    <dgm:pt modelId="{62BC5FB0-214F-4F72-AC51-D2636A64A17B}" type="pres">
      <dgm:prSet presAssocID="{BB7822C8-536F-4FC6-ACB6-15FC7EB02D3E}" presName="Name5" presStyleLbl="vennNode1" presStyleIdx="4" presStyleCnt="5">
        <dgm:presLayoutVars>
          <dgm:bulletEnabled val="1"/>
        </dgm:presLayoutVars>
      </dgm:prSet>
      <dgm:spPr/>
      <dgm:t>
        <a:bodyPr/>
        <a:lstStyle/>
        <a:p>
          <a:endParaRPr lang="fr-FR"/>
        </a:p>
      </dgm:t>
    </dgm:pt>
  </dgm:ptLst>
  <dgm:cxnLst>
    <dgm:cxn modelId="{359C8878-94CA-44BD-B157-A0A4359EC138}" type="presOf" srcId="{3439BD6A-97C5-49A4-B19A-03D770BF6B43}" destId="{25EA0223-E364-45F5-A8CA-F60C9F5D3582}" srcOrd="0" destOrd="0" presId="urn:microsoft.com/office/officeart/2005/8/layout/venn3"/>
    <dgm:cxn modelId="{400CA74A-BB2D-41EA-A0D3-723E6B2531D7}" type="presOf" srcId="{EAC9E2A7-676E-4C35-A07B-0F431C4D9E8D}" destId="{62500204-F06F-4199-BF12-EE57D0812B77}" srcOrd="0" destOrd="0" presId="urn:microsoft.com/office/officeart/2005/8/layout/venn3"/>
    <dgm:cxn modelId="{5204F138-DB3A-4E7F-91A6-188D825FDCBC}" type="presOf" srcId="{39D55961-D923-485F-96D5-C982B59EF776}" destId="{90B46AE9-15C7-4DEF-9BCE-BEAF426FD8E6}" srcOrd="0" destOrd="0" presId="urn:microsoft.com/office/officeart/2005/8/layout/venn3"/>
    <dgm:cxn modelId="{9465D6B9-87B4-4EEB-835A-5E51E7BA3FCD}" srcId="{36CC43BF-58D2-4E35-B043-B4CC25827403}" destId="{EAC9E2A7-676E-4C35-A07B-0F431C4D9E8D}" srcOrd="2" destOrd="0" parTransId="{768BB7CF-BCA3-44C9-88B5-2F7791D4D962}" sibTransId="{ADC6B5EE-8694-4A37-AE8C-DED6CE9BC4CD}"/>
    <dgm:cxn modelId="{FBB99DAF-B6A6-4616-BD34-2D2EB8636A16}" type="presOf" srcId="{BB7822C8-536F-4FC6-ACB6-15FC7EB02D3E}" destId="{62BC5FB0-214F-4F72-AC51-D2636A64A17B}" srcOrd="0" destOrd="0" presId="urn:microsoft.com/office/officeart/2005/8/layout/venn3"/>
    <dgm:cxn modelId="{69A695E6-E77F-460C-A396-3029776CAB7E}" type="presOf" srcId="{13D4B733-AF42-4108-B9FB-F4F5785CC142}" destId="{AD66C62A-ABA2-4E6F-B0B4-513EC4FE8670}" srcOrd="0" destOrd="0" presId="urn:microsoft.com/office/officeart/2005/8/layout/venn3"/>
    <dgm:cxn modelId="{5A5A2FB1-3B75-49DA-84F5-6CC22B324984}" type="presOf" srcId="{36CC43BF-58D2-4E35-B043-B4CC25827403}" destId="{07A01C4F-28DC-462F-9A43-07D71AB0D538}" srcOrd="0" destOrd="0" presId="urn:microsoft.com/office/officeart/2005/8/layout/venn3"/>
    <dgm:cxn modelId="{3715AED6-94B7-4DB3-9CFB-0BAE91AF5017}" srcId="{36CC43BF-58D2-4E35-B043-B4CC25827403}" destId="{3439BD6A-97C5-49A4-B19A-03D770BF6B43}" srcOrd="0" destOrd="0" parTransId="{89544437-B18C-4E4B-A6F9-48EA2E6E2547}" sibTransId="{CA06B238-39EF-4354-817A-1C94A5F9C9C4}"/>
    <dgm:cxn modelId="{4C6FFE60-7B5E-4363-827E-E289F706093C}" srcId="{36CC43BF-58D2-4E35-B043-B4CC25827403}" destId="{13D4B733-AF42-4108-B9FB-F4F5785CC142}" srcOrd="1" destOrd="0" parTransId="{D58163FC-197D-4F08-A334-AF9D03A26B32}" sibTransId="{8B82C25F-EE0F-4894-92B6-61C8EFCF7FE1}"/>
    <dgm:cxn modelId="{B73A9DF6-82EF-4B36-B7F9-A896C9A6C085}" srcId="{36CC43BF-58D2-4E35-B043-B4CC25827403}" destId="{BB7822C8-536F-4FC6-ACB6-15FC7EB02D3E}" srcOrd="4" destOrd="0" parTransId="{DDCFE00A-B733-4200-9E2E-6DE43912ADDF}" sibTransId="{49332F08-236B-4BA4-BA02-69888D3B3617}"/>
    <dgm:cxn modelId="{43AA89CF-F6B2-49DC-A6ED-D84BCCADE51D}" srcId="{36CC43BF-58D2-4E35-B043-B4CC25827403}" destId="{39D55961-D923-485F-96D5-C982B59EF776}" srcOrd="3" destOrd="0" parTransId="{6F07F11A-C447-4FD6-B54E-0C29059DDFCF}" sibTransId="{D3A5B27F-5024-40F0-A283-B6257B514473}"/>
    <dgm:cxn modelId="{8B3FD1E8-3888-4927-9D97-E6C25596DD21}" type="presParOf" srcId="{07A01C4F-28DC-462F-9A43-07D71AB0D538}" destId="{25EA0223-E364-45F5-A8CA-F60C9F5D3582}" srcOrd="0" destOrd="0" presId="urn:microsoft.com/office/officeart/2005/8/layout/venn3"/>
    <dgm:cxn modelId="{A4690CE5-7012-4B57-B672-7BC6084188D2}" type="presParOf" srcId="{07A01C4F-28DC-462F-9A43-07D71AB0D538}" destId="{DA5D0E0A-16C1-489D-BDA7-87F4A0254512}" srcOrd="1" destOrd="0" presId="urn:microsoft.com/office/officeart/2005/8/layout/venn3"/>
    <dgm:cxn modelId="{BD3BD933-A8CD-444E-859D-CB9A868D8274}" type="presParOf" srcId="{07A01C4F-28DC-462F-9A43-07D71AB0D538}" destId="{AD66C62A-ABA2-4E6F-B0B4-513EC4FE8670}" srcOrd="2" destOrd="0" presId="urn:microsoft.com/office/officeart/2005/8/layout/venn3"/>
    <dgm:cxn modelId="{D6556854-864E-4CE1-A6A8-26C313CC934D}" type="presParOf" srcId="{07A01C4F-28DC-462F-9A43-07D71AB0D538}" destId="{F4E83ED1-D3E3-4A66-9A20-1DF43585B9CF}" srcOrd="3" destOrd="0" presId="urn:microsoft.com/office/officeart/2005/8/layout/venn3"/>
    <dgm:cxn modelId="{D8AE2B20-E2DB-4D10-9C84-C530EBEB7948}" type="presParOf" srcId="{07A01C4F-28DC-462F-9A43-07D71AB0D538}" destId="{62500204-F06F-4199-BF12-EE57D0812B77}" srcOrd="4" destOrd="0" presId="urn:microsoft.com/office/officeart/2005/8/layout/venn3"/>
    <dgm:cxn modelId="{E28D884B-BEB7-4CBB-A0E2-28D553E48F84}" type="presParOf" srcId="{07A01C4F-28DC-462F-9A43-07D71AB0D538}" destId="{E4F1CE09-3139-4323-A62B-59B3BA6F425E}" srcOrd="5" destOrd="0" presId="urn:microsoft.com/office/officeart/2005/8/layout/venn3"/>
    <dgm:cxn modelId="{A682D431-9BE9-4EA1-B7B1-30415E8D8413}" type="presParOf" srcId="{07A01C4F-28DC-462F-9A43-07D71AB0D538}" destId="{90B46AE9-15C7-4DEF-9BCE-BEAF426FD8E6}" srcOrd="6" destOrd="0" presId="urn:microsoft.com/office/officeart/2005/8/layout/venn3"/>
    <dgm:cxn modelId="{105F1193-4F24-4764-94F1-BB8583FE9EC4}" type="presParOf" srcId="{07A01C4F-28DC-462F-9A43-07D71AB0D538}" destId="{7FC76994-DF04-4ED8-BEC9-C7884707607A}" srcOrd="7" destOrd="0" presId="urn:microsoft.com/office/officeart/2005/8/layout/venn3"/>
    <dgm:cxn modelId="{C565B63A-83A9-4BBB-9D60-362EB6221D6D}" type="presParOf" srcId="{07A01C4F-28DC-462F-9A43-07D71AB0D538}" destId="{62BC5FB0-214F-4F72-AC51-D2636A64A17B}" srcOrd="8"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2A4D62-6425-48A2-8A94-DA86F4089DEF}">
      <dsp:nvSpPr>
        <dsp:cNvPr id="0" name=""/>
        <dsp:cNvSpPr/>
      </dsp:nvSpPr>
      <dsp:spPr>
        <a:xfrm>
          <a:off x="886" y="1289977"/>
          <a:ext cx="1452294" cy="1452294"/>
        </a:xfrm>
        <a:prstGeom prst="ellipse">
          <a:avLst/>
        </a:prstGeom>
        <a:solidFill>
          <a:schemeClr val="accent2">
            <a:alpha val="5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tx1"/>
        </a:fontRef>
      </dsp:style>
      <dsp:txBody>
        <a:bodyPr spcFirstLastPara="0" vert="horz" wrap="square" lIns="79925" tIns="13970" rIns="79925" bIns="13970" numCol="1" spcCol="1270" anchor="ctr" anchorCtr="0">
          <a:noAutofit/>
        </a:bodyPr>
        <a:lstStyle/>
        <a:p>
          <a:pPr lvl="0" algn="ctr" defTabSz="488950">
            <a:lnSpc>
              <a:spcPct val="90000"/>
            </a:lnSpc>
            <a:spcBef>
              <a:spcPct val="0"/>
            </a:spcBef>
            <a:spcAft>
              <a:spcPct val="35000"/>
            </a:spcAft>
          </a:pPr>
          <a:r>
            <a:rPr lang="fr-FR" sz="1100" kern="1200" dirty="0" smtClean="0"/>
            <a:t>S’authentifier</a:t>
          </a:r>
          <a:endParaRPr lang="fr-FR" sz="1100" kern="1200" dirty="0"/>
        </a:p>
      </dsp:txBody>
      <dsp:txXfrm>
        <a:off x="213570" y="1502661"/>
        <a:ext cx="1026926" cy="1026926"/>
      </dsp:txXfrm>
    </dsp:sp>
    <dsp:sp modelId="{A44DB78A-677B-4C63-B1E2-00732C01581C}">
      <dsp:nvSpPr>
        <dsp:cNvPr id="0" name=""/>
        <dsp:cNvSpPr/>
      </dsp:nvSpPr>
      <dsp:spPr>
        <a:xfrm>
          <a:off x="1162722" y="1289977"/>
          <a:ext cx="1452294" cy="1452294"/>
        </a:xfrm>
        <a:prstGeom prst="ellipse">
          <a:avLst/>
        </a:prstGeom>
        <a:solidFill>
          <a:schemeClr val="accent2">
            <a:alpha val="50000"/>
            <a:hueOff val="374741"/>
            <a:satOff val="-3927"/>
            <a:lumOff val="235"/>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tx1"/>
        </a:fontRef>
      </dsp:style>
      <dsp:txBody>
        <a:bodyPr spcFirstLastPara="0" vert="horz" wrap="square" lIns="79925" tIns="13970" rIns="79925" bIns="13970" numCol="1" spcCol="1270" anchor="ctr" anchorCtr="0">
          <a:noAutofit/>
        </a:bodyPr>
        <a:lstStyle/>
        <a:p>
          <a:pPr lvl="0" algn="ctr" defTabSz="488950">
            <a:lnSpc>
              <a:spcPct val="90000"/>
            </a:lnSpc>
            <a:spcBef>
              <a:spcPct val="0"/>
            </a:spcBef>
            <a:spcAft>
              <a:spcPct val="35000"/>
            </a:spcAft>
          </a:pPr>
          <a:r>
            <a:rPr lang="en-US" sz="1100" kern="1200" dirty="0" smtClean="0"/>
            <a:t>Gestion des produits</a:t>
          </a:r>
          <a:endParaRPr lang="fr-FR" sz="1100" kern="1200" dirty="0"/>
        </a:p>
      </dsp:txBody>
      <dsp:txXfrm>
        <a:off x="1375406" y="1502661"/>
        <a:ext cx="1026926" cy="1026926"/>
      </dsp:txXfrm>
    </dsp:sp>
    <dsp:sp modelId="{540FD356-0C31-4027-B2E9-5F1DEBF3C720}">
      <dsp:nvSpPr>
        <dsp:cNvPr id="0" name=""/>
        <dsp:cNvSpPr/>
      </dsp:nvSpPr>
      <dsp:spPr>
        <a:xfrm>
          <a:off x="2324557" y="1289977"/>
          <a:ext cx="1452294" cy="1452294"/>
        </a:xfrm>
        <a:prstGeom prst="ellipse">
          <a:avLst/>
        </a:prstGeom>
        <a:solidFill>
          <a:schemeClr val="accent2">
            <a:alpha val="50000"/>
            <a:hueOff val="749481"/>
            <a:satOff val="-7854"/>
            <a:lumOff val="47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tx1"/>
        </a:fontRef>
      </dsp:style>
      <dsp:txBody>
        <a:bodyPr spcFirstLastPara="0" vert="horz" wrap="square" lIns="79925" tIns="13970" rIns="79925" bIns="13970" numCol="1" spcCol="1270" anchor="ctr" anchorCtr="0">
          <a:noAutofit/>
        </a:bodyPr>
        <a:lstStyle/>
        <a:p>
          <a:pPr lvl="0" algn="ctr" defTabSz="488950">
            <a:lnSpc>
              <a:spcPct val="90000"/>
            </a:lnSpc>
            <a:spcBef>
              <a:spcPct val="0"/>
            </a:spcBef>
            <a:spcAft>
              <a:spcPct val="35000"/>
            </a:spcAft>
          </a:pPr>
          <a:r>
            <a:rPr lang="en-US" sz="1100" kern="1200" dirty="0" smtClean="0"/>
            <a:t>Gestion des commandes</a:t>
          </a:r>
          <a:endParaRPr lang="fr-FR" sz="1100" kern="1200" dirty="0"/>
        </a:p>
      </dsp:txBody>
      <dsp:txXfrm>
        <a:off x="2537241" y="1502661"/>
        <a:ext cx="1026926" cy="1026926"/>
      </dsp:txXfrm>
    </dsp:sp>
    <dsp:sp modelId="{B186F2A3-4EE3-4D71-8295-7A5948B5C772}">
      <dsp:nvSpPr>
        <dsp:cNvPr id="0" name=""/>
        <dsp:cNvSpPr/>
      </dsp:nvSpPr>
      <dsp:spPr>
        <a:xfrm>
          <a:off x="3486393" y="1289977"/>
          <a:ext cx="1452294" cy="1452294"/>
        </a:xfrm>
        <a:prstGeom prst="ellipse">
          <a:avLst/>
        </a:prstGeom>
        <a:solidFill>
          <a:schemeClr val="accent2">
            <a:alpha val="50000"/>
            <a:hueOff val="1124222"/>
            <a:satOff val="-11781"/>
            <a:lumOff val="706"/>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tx1"/>
        </a:fontRef>
      </dsp:style>
      <dsp:txBody>
        <a:bodyPr spcFirstLastPara="0" vert="horz" wrap="square" lIns="79925" tIns="13970" rIns="79925" bIns="13970" numCol="1" spcCol="1270" anchor="ctr" anchorCtr="0">
          <a:noAutofit/>
        </a:bodyPr>
        <a:lstStyle/>
        <a:p>
          <a:pPr lvl="0" algn="ctr" defTabSz="488950" rtl="0">
            <a:lnSpc>
              <a:spcPct val="90000"/>
            </a:lnSpc>
            <a:spcBef>
              <a:spcPct val="0"/>
            </a:spcBef>
            <a:spcAft>
              <a:spcPct val="35000"/>
            </a:spcAft>
          </a:pPr>
          <a:r>
            <a:rPr lang="en-US" sz="1100" kern="1200" dirty="0" smtClean="0"/>
            <a:t>Gestion des clients</a:t>
          </a:r>
          <a:endParaRPr lang="fr-FR" sz="1100" kern="1200" dirty="0"/>
        </a:p>
      </dsp:txBody>
      <dsp:txXfrm>
        <a:off x="3699077" y="1502661"/>
        <a:ext cx="1026926" cy="1026926"/>
      </dsp:txXfrm>
    </dsp:sp>
    <dsp:sp modelId="{468699A5-BA24-4085-AC95-526643A709BC}">
      <dsp:nvSpPr>
        <dsp:cNvPr id="0" name=""/>
        <dsp:cNvSpPr/>
      </dsp:nvSpPr>
      <dsp:spPr>
        <a:xfrm>
          <a:off x="4648972" y="1348316"/>
          <a:ext cx="1452294" cy="1452294"/>
        </a:xfrm>
        <a:prstGeom prst="ellipse">
          <a:avLst/>
        </a:prstGeom>
        <a:solidFill>
          <a:schemeClr val="accent2">
            <a:alpha val="50000"/>
            <a:hueOff val="1498963"/>
            <a:satOff val="-15708"/>
            <a:lumOff val="941"/>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tx1"/>
        </a:fontRef>
      </dsp:style>
      <dsp:txBody>
        <a:bodyPr spcFirstLastPara="0" vert="horz" wrap="square" lIns="79925" tIns="13970" rIns="79925" bIns="13970" numCol="1" spcCol="1270" anchor="ctr" anchorCtr="0">
          <a:noAutofit/>
        </a:bodyPr>
        <a:lstStyle/>
        <a:p>
          <a:pPr lvl="0" algn="ctr" defTabSz="488950">
            <a:lnSpc>
              <a:spcPct val="90000"/>
            </a:lnSpc>
            <a:spcBef>
              <a:spcPct val="0"/>
            </a:spcBef>
            <a:spcAft>
              <a:spcPct val="35000"/>
            </a:spcAft>
          </a:pPr>
          <a:r>
            <a:rPr lang="fr-FR" sz="1100" kern="1200" dirty="0" smtClean="0"/>
            <a:t>paiement</a:t>
          </a:r>
          <a:endParaRPr lang="fr-FR" sz="1100" kern="1200" dirty="0"/>
        </a:p>
      </dsp:txBody>
      <dsp:txXfrm>
        <a:off x="4861656" y="1561000"/>
        <a:ext cx="1026926" cy="1026926"/>
      </dsp:txXfrm>
    </dsp:sp>
    <dsp:sp modelId="{200F8BFE-BEC8-424E-B1E1-601394CD58B2}">
      <dsp:nvSpPr>
        <dsp:cNvPr id="0" name=""/>
        <dsp:cNvSpPr/>
      </dsp:nvSpPr>
      <dsp:spPr>
        <a:xfrm>
          <a:off x="5810064" y="1362708"/>
          <a:ext cx="1452294" cy="1452294"/>
        </a:xfrm>
        <a:prstGeom prst="ellipse">
          <a:avLst/>
        </a:prstGeom>
        <a:solidFill>
          <a:srgbClr val="E68B7D"/>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tx1"/>
        </a:fontRef>
      </dsp:style>
      <dsp:txBody>
        <a:bodyPr spcFirstLastPara="0" vert="horz" wrap="square" lIns="79925" tIns="13970" rIns="79925" bIns="13970" numCol="1" spcCol="1270" anchor="ctr" anchorCtr="0">
          <a:noAutofit/>
        </a:bodyPr>
        <a:lstStyle/>
        <a:p>
          <a:pPr lvl="0" algn="ctr" defTabSz="488950">
            <a:lnSpc>
              <a:spcPct val="90000"/>
            </a:lnSpc>
            <a:spcBef>
              <a:spcPct val="0"/>
            </a:spcBef>
            <a:spcAft>
              <a:spcPct val="35000"/>
            </a:spcAft>
          </a:pPr>
          <a:r>
            <a:rPr lang="fr-FR" sz="1100" kern="1200" dirty="0" smtClean="0"/>
            <a:t>Gestion de stock</a:t>
          </a:r>
          <a:endParaRPr lang="fr-FR" sz="1100" kern="1200" dirty="0"/>
        </a:p>
      </dsp:txBody>
      <dsp:txXfrm>
        <a:off x="6022748" y="1575392"/>
        <a:ext cx="1026926" cy="10269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EA0223-E364-45F5-A8CA-F60C9F5D3582}">
      <dsp:nvSpPr>
        <dsp:cNvPr id="0" name=""/>
        <dsp:cNvSpPr/>
      </dsp:nvSpPr>
      <dsp:spPr>
        <a:xfrm>
          <a:off x="744" y="1306462"/>
          <a:ext cx="1451074" cy="1451074"/>
        </a:xfrm>
        <a:prstGeom prst="ellipse">
          <a:avLst/>
        </a:prstGeom>
        <a:solidFill>
          <a:schemeClr val="accent2">
            <a:alpha val="5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tx1"/>
        </a:fontRef>
      </dsp:style>
      <dsp:txBody>
        <a:bodyPr spcFirstLastPara="0" vert="horz" wrap="square" lIns="79857" tIns="12700" rIns="79857" bIns="12700" numCol="1" spcCol="1270" anchor="ctr" anchorCtr="0">
          <a:noAutofit/>
        </a:bodyPr>
        <a:lstStyle/>
        <a:p>
          <a:pPr lvl="0" algn="ctr" defTabSz="444500">
            <a:lnSpc>
              <a:spcPct val="90000"/>
            </a:lnSpc>
            <a:spcBef>
              <a:spcPct val="0"/>
            </a:spcBef>
            <a:spcAft>
              <a:spcPct val="35000"/>
            </a:spcAft>
          </a:pPr>
          <a:r>
            <a:rPr lang="en-US" sz="1000" kern="1200" dirty="0" smtClean="0">
              <a:latin typeface="Arial"/>
              <a:ea typeface="Arial"/>
              <a:cs typeface="Arial"/>
              <a:sym typeface="Arial"/>
            </a:rPr>
            <a:t>Sécurité</a:t>
          </a:r>
          <a:endParaRPr lang="fr-FR" sz="1000" kern="1200" dirty="0"/>
        </a:p>
      </dsp:txBody>
      <dsp:txXfrm>
        <a:off x="213249" y="1518967"/>
        <a:ext cx="1026064" cy="1026064"/>
      </dsp:txXfrm>
    </dsp:sp>
    <dsp:sp modelId="{AD66C62A-ABA2-4E6F-B0B4-513EC4FE8670}">
      <dsp:nvSpPr>
        <dsp:cNvPr id="0" name=""/>
        <dsp:cNvSpPr/>
      </dsp:nvSpPr>
      <dsp:spPr>
        <a:xfrm>
          <a:off x="1161603" y="1306462"/>
          <a:ext cx="1451074" cy="1451074"/>
        </a:xfrm>
        <a:prstGeom prst="ellipse">
          <a:avLst/>
        </a:prstGeom>
        <a:solidFill>
          <a:schemeClr val="accent2">
            <a:alpha val="50000"/>
            <a:hueOff val="468426"/>
            <a:satOff val="-4909"/>
            <a:lumOff val="294"/>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tx1"/>
        </a:fontRef>
      </dsp:style>
      <dsp:txBody>
        <a:bodyPr spcFirstLastPara="0" vert="horz" wrap="square" lIns="79857" tIns="12700" rIns="79857" bIns="12700" numCol="1" spcCol="1270" anchor="ctr" anchorCtr="0">
          <a:noAutofit/>
        </a:bodyPr>
        <a:lstStyle/>
        <a:p>
          <a:pPr lvl="0" algn="ctr" defTabSz="444500">
            <a:lnSpc>
              <a:spcPct val="90000"/>
            </a:lnSpc>
            <a:spcBef>
              <a:spcPct val="0"/>
            </a:spcBef>
            <a:spcAft>
              <a:spcPct val="35000"/>
            </a:spcAft>
          </a:pPr>
          <a:r>
            <a:rPr lang="en-US" sz="1000" kern="1200" dirty="0" smtClean="0">
              <a:latin typeface="Arial"/>
              <a:ea typeface="Arial"/>
              <a:cs typeface="Arial"/>
              <a:sym typeface="Arial"/>
            </a:rPr>
            <a:t>Rapidité</a:t>
          </a:r>
          <a:endParaRPr lang="fr-FR" sz="1000" kern="1200" dirty="0"/>
        </a:p>
      </dsp:txBody>
      <dsp:txXfrm>
        <a:off x="1374108" y="1518967"/>
        <a:ext cx="1026064" cy="1026064"/>
      </dsp:txXfrm>
    </dsp:sp>
    <dsp:sp modelId="{62500204-F06F-4199-BF12-EE57D0812B77}">
      <dsp:nvSpPr>
        <dsp:cNvPr id="0" name=""/>
        <dsp:cNvSpPr/>
      </dsp:nvSpPr>
      <dsp:spPr>
        <a:xfrm>
          <a:off x="2322462" y="1306462"/>
          <a:ext cx="1451074" cy="1451074"/>
        </a:xfrm>
        <a:prstGeom prst="ellipse">
          <a:avLst/>
        </a:prstGeom>
        <a:solidFill>
          <a:schemeClr val="accent2">
            <a:alpha val="50000"/>
            <a:hueOff val="936852"/>
            <a:satOff val="-9818"/>
            <a:lumOff val="588"/>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tx1"/>
        </a:fontRef>
      </dsp:style>
      <dsp:txBody>
        <a:bodyPr spcFirstLastPara="0" vert="horz" wrap="square" lIns="79857" tIns="12700" rIns="79857" bIns="12700" numCol="1" spcCol="1270" anchor="ctr" anchorCtr="0">
          <a:noAutofit/>
        </a:bodyPr>
        <a:lstStyle/>
        <a:p>
          <a:pPr lvl="0" algn="ctr" defTabSz="444500">
            <a:lnSpc>
              <a:spcPct val="90000"/>
            </a:lnSpc>
            <a:spcBef>
              <a:spcPct val="0"/>
            </a:spcBef>
            <a:spcAft>
              <a:spcPct val="35000"/>
            </a:spcAft>
          </a:pPr>
          <a:r>
            <a:rPr lang="en-US" sz="1000" b="0" kern="1200" dirty="0" smtClean="0"/>
            <a:t>Simple à utiliser</a:t>
          </a:r>
          <a:endParaRPr lang="fr-FR" sz="1000" b="0" kern="1200" dirty="0"/>
        </a:p>
      </dsp:txBody>
      <dsp:txXfrm>
        <a:off x="2534967" y="1518967"/>
        <a:ext cx="1026064" cy="1026064"/>
      </dsp:txXfrm>
    </dsp:sp>
    <dsp:sp modelId="{90B46AE9-15C7-4DEF-9BCE-BEAF426FD8E6}">
      <dsp:nvSpPr>
        <dsp:cNvPr id="0" name=""/>
        <dsp:cNvSpPr/>
      </dsp:nvSpPr>
      <dsp:spPr>
        <a:xfrm>
          <a:off x="3483322" y="1306462"/>
          <a:ext cx="1451074" cy="1451074"/>
        </a:xfrm>
        <a:prstGeom prst="ellipse">
          <a:avLst/>
        </a:prstGeom>
        <a:solidFill>
          <a:schemeClr val="accent2">
            <a:alpha val="50000"/>
            <a:hueOff val="1405277"/>
            <a:satOff val="-14726"/>
            <a:lumOff val="882"/>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tx1"/>
        </a:fontRef>
      </dsp:style>
      <dsp:txBody>
        <a:bodyPr spcFirstLastPara="0" vert="horz" wrap="square" lIns="79857" tIns="12700" rIns="79857" bIns="12700" numCol="1" spcCol="1270" anchor="ctr" anchorCtr="0">
          <a:noAutofit/>
        </a:bodyPr>
        <a:lstStyle/>
        <a:p>
          <a:pPr lvl="0" algn="ctr" defTabSz="444500" rtl="0">
            <a:lnSpc>
              <a:spcPct val="90000"/>
            </a:lnSpc>
            <a:spcBef>
              <a:spcPct val="0"/>
            </a:spcBef>
            <a:spcAft>
              <a:spcPct val="35000"/>
            </a:spcAft>
          </a:pPr>
          <a:r>
            <a:rPr lang="en-US" sz="1000" kern="1200" dirty="0" smtClean="0">
              <a:latin typeface="Arial"/>
              <a:ea typeface="Arial"/>
              <a:cs typeface="Arial"/>
              <a:sym typeface="Arial"/>
            </a:rPr>
            <a:t>Fiabilité</a:t>
          </a:r>
          <a:endParaRPr lang="fr-FR" sz="1000" kern="1200" dirty="0"/>
        </a:p>
      </dsp:txBody>
      <dsp:txXfrm>
        <a:off x="3695827" y="1518967"/>
        <a:ext cx="1026064" cy="1026064"/>
      </dsp:txXfrm>
    </dsp:sp>
    <dsp:sp modelId="{62BC5FB0-214F-4F72-AC51-D2636A64A17B}">
      <dsp:nvSpPr>
        <dsp:cNvPr id="0" name=""/>
        <dsp:cNvSpPr/>
      </dsp:nvSpPr>
      <dsp:spPr>
        <a:xfrm>
          <a:off x="4644181" y="1306462"/>
          <a:ext cx="1451074" cy="1451074"/>
        </a:xfrm>
        <a:prstGeom prst="ellipse">
          <a:avLst/>
        </a:prstGeom>
        <a:solidFill>
          <a:schemeClr val="accent2">
            <a:alpha val="50000"/>
            <a:hueOff val="1873703"/>
            <a:satOff val="-19635"/>
            <a:lumOff val="1176"/>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tx1"/>
        </a:fontRef>
      </dsp:style>
      <dsp:txBody>
        <a:bodyPr spcFirstLastPara="0" vert="horz" wrap="square" lIns="79857" tIns="12700" rIns="79857" bIns="12700" numCol="1" spcCol="1270" anchor="ctr" anchorCtr="0">
          <a:noAutofit/>
        </a:bodyPr>
        <a:lstStyle/>
        <a:p>
          <a:pPr lvl="0" algn="ctr" defTabSz="444500">
            <a:lnSpc>
              <a:spcPct val="90000"/>
            </a:lnSpc>
            <a:spcBef>
              <a:spcPct val="0"/>
            </a:spcBef>
            <a:spcAft>
              <a:spcPct val="35000"/>
            </a:spcAft>
          </a:pPr>
          <a:r>
            <a:rPr lang="en-US" sz="1000" b="1" kern="1200" dirty="0" smtClean="0"/>
            <a:t>maintenabilité</a:t>
          </a:r>
          <a:endParaRPr lang="fr-FR" sz="1000" kern="1200" dirty="0"/>
        </a:p>
      </dsp:txBody>
      <dsp:txXfrm>
        <a:off x="4856686" y="1518967"/>
        <a:ext cx="1026064" cy="1026064"/>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e283303c5b_1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e283303c5b_1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e283303c5b_1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e283303c5b_1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e283303c5b_1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e283303c5b_1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4" name="Google Shape;34;p2"/>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35" name="Google Shape;35;p2"/>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 name="Google Shape;41;p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 name="Google Shape;42;p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 name="Google Shape;45;p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 name="Google Shape;46;p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7" name="Google Shape;47;p3"/>
          <p:cNvSpPr txBox="1">
            <a:spLocks noGrp="1"/>
          </p:cNvSpPr>
          <p:nvPr>
            <p:ph type="title"/>
          </p:nvPr>
        </p:nvSpPr>
        <p:spPr>
          <a:xfrm>
            <a:off x="1888684" y="1746100"/>
            <a:ext cx="5377500" cy="16461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a:endParaRPr/>
          </a:p>
        </p:txBody>
      </p:sp>
      <p:sp>
        <p:nvSpPr>
          <p:cNvPr id="48" name="Google Shape;48;p3"/>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 name="Google Shape;58;p5"/>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60;p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1" name="Google Shape;61;p5"/>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2" name="Google Shape;62;p5"/>
          <p:cNvSpPr txBox="1">
            <a:spLocks noGrp="1"/>
          </p:cNvSpPr>
          <p:nvPr>
            <p:ph type="body" idx="2"/>
          </p:nvPr>
        </p:nvSpPr>
        <p:spPr>
          <a:xfrm>
            <a:off x="4638675"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3" name="Google Shape;63;p5"/>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66;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68;p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9" name="Google Shape;69;p6"/>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72;p7"/>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 name="Google Shape;74;p7"/>
          <p:cNvSpPr txBox="1">
            <a:spLocks noGrp="1"/>
          </p:cNvSpPr>
          <p:nvPr>
            <p:ph type="title"/>
          </p:nvPr>
        </p:nvSpPr>
        <p:spPr>
          <a:xfrm>
            <a:off x="819150" y="845600"/>
            <a:ext cx="3709200" cy="1383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5" name="Google Shape;75;p7"/>
          <p:cNvSpPr txBox="1">
            <a:spLocks noGrp="1"/>
          </p:cNvSpPr>
          <p:nvPr>
            <p:ph type="body" idx="1"/>
          </p:nvPr>
        </p:nvSpPr>
        <p:spPr>
          <a:xfrm>
            <a:off x="830700" y="2319050"/>
            <a:ext cx="3709200" cy="2119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6" name="Google Shape;76;p7"/>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93" name="Google Shape;93;p8"/>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a:endParaRPr/>
          </a:p>
        </p:txBody>
      </p:sp>
      <p:sp>
        <p:nvSpPr>
          <p:cNvPr id="94" name="Google Shape;94;p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 name="Google Shape;97;p9"/>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 name="Google Shape;99;p9"/>
          <p:cNvSpPr txBox="1">
            <a:spLocks noGrp="1"/>
          </p:cNvSpPr>
          <p:nvPr>
            <p:ph type="title"/>
          </p:nvPr>
        </p:nvSpPr>
        <p:spPr>
          <a:xfrm>
            <a:off x="819150" y="845600"/>
            <a:ext cx="6424200" cy="705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00" name="Google Shape;100;p9"/>
          <p:cNvSpPr txBox="1">
            <a:spLocks noGrp="1"/>
          </p:cNvSpPr>
          <p:nvPr>
            <p:ph type="subTitle" idx="1"/>
          </p:nvPr>
        </p:nvSpPr>
        <p:spPr>
          <a:xfrm>
            <a:off x="819150" y="1550700"/>
            <a:ext cx="5859900" cy="393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1" name="Google Shape;101;p9"/>
          <p:cNvSpPr txBox="1">
            <a:spLocks noGrp="1"/>
          </p:cNvSpPr>
          <p:nvPr>
            <p:ph type="body" idx="2"/>
          </p:nvPr>
        </p:nvSpPr>
        <p:spPr>
          <a:xfrm>
            <a:off x="819150" y="2467050"/>
            <a:ext cx="5859900" cy="209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02" name="Google Shape;102;p9"/>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 name="Google Shape;107;p10"/>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normAutofit/>
          </a:bodyPr>
          <a:lstStyle>
            <a:lvl1pPr marL="457200" lvl="0" indent="-228600">
              <a:lnSpc>
                <a:spcPct val="100000"/>
              </a:lnSpc>
              <a:spcBef>
                <a:spcPts val="0"/>
              </a:spcBef>
              <a:spcAft>
                <a:spcPts val="0"/>
              </a:spcAft>
              <a:buSzPts val="1300"/>
              <a:buNone/>
              <a:defRPr/>
            </a:lvl1pPr>
          </a:lstStyle>
          <a:p>
            <a:endParaRPr/>
          </a:p>
        </p:txBody>
      </p:sp>
      <p:sp>
        <p:nvSpPr>
          <p:cNvPr id="108" name="Google Shape;108;p1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19" name="Google Shape;119;p11"/>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SzPts val="13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121" name="Google Shape;121;p1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2"/>
        <p:cNvGrpSpPr/>
        <p:nvPr/>
      </p:nvGrpSpPr>
      <p:grpSpPr>
        <a:xfrm>
          <a:off x="0" y="0"/>
          <a:ext cx="0" cy="0"/>
          <a:chOff x="0" y="0"/>
          <a:chExt cx="0" cy="0"/>
        </a:xfrm>
      </p:grpSpPr>
      <p:sp>
        <p:nvSpPr>
          <p:cNvPr id="123" name="Google Shape;123;p1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fr"/>
              <a:t>‹N°›</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jfif"/><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webp"/><Relationship Id="rId2" Type="http://schemas.openxmlformats.org/officeDocument/2006/relationships/image" Target="../media/image5.png"/><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webp"/></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3"/>
          <p:cNvSpPr txBox="1">
            <a:spLocks noGrp="1"/>
          </p:cNvSpPr>
          <p:nvPr>
            <p:ph type="ctrTitle"/>
          </p:nvPr>
        </p:nvSpPr>
        <p:spPr>
          <a:xfrm>
            <a:off x="1763500" y="1728604"/>
            <a:ext cx="5456500" cy="1448100"/>
          </a:xfrm>
          <a:prstGeom prst="rect">
            <a:avLst/>
          </a:prstGeom>
        </p:spPr>
        <p:txBody>
          <a:bodyPr spcFirstLastPara="1" wrap="square" lIns="91425" tIns="91425" rIns="91425" bIns="91425" anchor="ctr" anchorCtr="0">
            <a:normAutofit/>
          </a:bodyPr>
          <a:lstStyle/>
          <a:p>
            <a:pPr lvl="0"/>
            <a:r>
              <a:rPr lang="fr" sz="2800" dirty="0"/>
              <a:t>Application de gestion d’une </a:t>
            </a:r>
            <a:r>
              <a:rPr lang="fr" sz="2800" dirty="0" smtClean="0"/>
              <a:t>Boutique en ligne</a:t>
            </a:r>
            <a:endParaRPr sz="2800" dirty="0"/>
          </a:p>
        </p:txBody>
      </p:sp>
      <p:sp>
        <p:nvSpPr>
          <p:cNvPr id="6" name="Rectangle 5"/>
          <p:cNvSpPr/>
          <p:nvPr/>
        </p:nvSpPr>
        <p:spPr>
          <a:xfrm>
            <a:off x="6577444" y="228600"/>
            <a:ext cx="2337955" cy="654628"/>
          </a:xfrm>
          <a:prstGeom prst="rect">
            <a:avLst/>
          </a:prstGeom>
          <a:ln/>
        </p:spPr>
        <p:style>
          <a:lnRef idx="1">
            <a:schemeClr val="dk1"/>
          </a:lnRef>
          <a:fillRef idx="2">
            <a:schemeClr val="dk1"/>
          </a:fillRef>
          <a:effectRef idx="1">
            <a:schemeClr val="dk1"/>
          </a:effectRef>
          <a:fontRef idx="minor">
            <a:schemeClr val="dk1"/>
          </a:fontRef>
        </p:style>
        <p:txBody>
          <a:bodyPr rtlCol="0" anchor="ctr"/>
          <a:lstStyle/>
          <a:p>
            <a:pPr algn="ctr"/>
            <a:endParaRPr lang="en-US" dirty="0">
              <a:ln w="0"/>
              <a:solidFill>
                <a:schemeClr val="tx1"/>
              </a:solidFill>
              <a:effectLst>
                <a:outerShdw blurRad="38100" dist="19050" dir="2700000" algn="tl" rotWithShape="0">
                  <a:schemeClr val="dk1">
                    <a:alpha val="40000"/>
                  </a:schemeClr>
                </a:outerShdw>
              </a:effectLst>
            </a:endParaRPr>
          </a:p>
        </p:txBody>
      </p:sp>
      <p:pic>
        <p:nvPicPr>
          <p:cNvPr id="7" name="Imag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86551" y="232287"/>
            <a:ext cx="2228848" cy="664262"/>
          </a:xfrm>
          <a:prstGeom prst="rect">
            <a:avLst/>
          </a:prstGeom>
        </p:spPr>
      </p:pic>
      <p:sp>
        <p:nvSpPr>
          <p:cNvPr id="8" name="ZoneTexte 7"/>
          <p:cNvSpPr txBox="1"/>
          <p:nvPr/>
        </p:nvSpPr>
        <p:spPr>
          <a:xfrm>
            <a:off x="3314700" y="379752"/>
            <a:ext cx="2667728" cy="369332"/>
          </a:xfrm>
          <a:prstGeom prst="rect">
            <a:avLst/>
          </a:prstGeom>
          <a:noFill/>
        </p:spPr>
        <p:txBody>
          <a:bodyPr wrap="square" rtlCol="0">
            <a:spAutoFit/>
          </a:bodyPr>
          <a:lstStyle/>
          <a:p>
            <a:r>
              <a:rPr lang="fr-FR" sz="900" dirty="0"/>
              <a:t>Institut Maghrébin des Sciences Économiques et </a:t>
            </a:r>
            <a:r>
              <a:rPr lang="fr-FR" sz="900" dirty="0" smtClean="0"/>
              <a:t>    </a:t>
            </a:r>
          </a:p>
          <a:p>
            <a:pPr lvl="4" algn="ctr"/>
            <a:r>
              <a:rPr lang="fr-FR" sz="900" dirty="0" smtClean="0"/>
              <a:t>Technologiques</a:t>
            </a:r>
            <a:endParaRPr lang="en-US" sz="900" dirty="0"/>
          </a:p>
        </p:txBody>
      </p:sp>
      <p:sp>
        <p:nvSpPr>
          <p:cNvPr id="92" name="ZoneTexte 91"/>
          <p:cNvSpPr txBox="1"/>
          <p:nvPr/>
        </p:nvSpPr>
        <p:spPr>
          <a:xfrm>
            <a:off x="488373" y="4236734"/>
            <a:ext cx="2826327" cy="600164"/>
          </a:xfrm>
          <a:prstGeom prst="rect">
            <a:avLst/>
          </a:prstGeom>
          <a:effectLst>
            <a:outerShdw blurRad="76200" dir="18900000" sy="23000" kx="-1200000" algn="bl" rotWithShape="0">
              <a:prstClr val="black">
                <a:alpha val="20000"/>
              </a:prstClr>
            </a:outerShdw>
          </a:effectLst>
        </p:spPr>
        <p:style>
          <a:lnRef idx="1">
            <a:schemeClr val="dk1"/>
          </a:lnRef>
          <a:fillRef idx="2">
            <a:schemeClr val="dk1"/>
          </a:fillRef>
          <a:effectRef idx="1">
            <a:schemeClr val="dk1"/>
          </a:effectRef>
          <a:fontRef idx="minor">
            <a:schemeClr val="dk1"/>
          </a:fontRef>
        </p:style>
        <p:txBody>
          <a:bodyPr wrap="square" rtlCol="0">
            <a:spAutoFit/>
          </a:bodyPr>
          <a:lstStyle/>
          <a:p>
            <a:pPr lvl="1"/>
            <a:r>
              <a:rPr lang="fr-FR" sz="1100" dirty="0">
                <a:solidFill>
                  <a:srgbClr val="AF7B51"/>
                </a:solidFill>
              </a:rPr>
              <a:t> </a:t>
            </a:r>
            <a:r>
              <a:rPr lang="fr-FR" sz="1100" dirty="0" smtClean="0">
                <a:solidFill>
                  <a:srgbClr val="AF7B51"/>
                </a:solidFill>
              </a:rPr>
              <a:t>                       Elaborée par :</a:t>
            </a:r>
          </a:p>
          <a:p>
            <a:r>
              <a:rPr lang="fr-FR" sz="1100" dirty="0" smtClean="0">
                <a:solidFill>
                  <a:srgbClr val="AF7B51"/>
                </a:solidFill>
              </a:rPr>
              <a:t> Jihen Nacer Bouhajem - Eslem Fatnassi</a:t>
            </a:r>
          </a:p>
          <a:p>
            <a:r>
              <a:rPr lang="fr-FR" sz="1100" dirty="0" smtClean="0">
                <a:solidFill>
                  <a:srgbClr val="AF7B51"/>
                </a:solidFill>
              </a:rPr>
              <a:t>                    Azza Ben Fakhet</a:t>
            </a:r>
          </a:p>
        </p:txBody>
      </p:sp>
      <p:sp>
        <p:nvSpPr>
          <p:cNvPr id="93" name="ZoneTexte 92"/>
          <p:cNvSpPr txBox="1"/>
          <p:nvPr/>
        </p:nvSpPr>
        <p:spPr>
          <a:xfrm>
            <a:off x="6951519" y="4313678"/>
            <a:ext cx="1963880" cy="523220"/>
          </a:xfrm>
          <a:prstGeom prst="rect">
            <a:avLst/>
          </a:prstGeom>
          <a:noFill/>
          <a:effectLst>
            <a:outerShdw blurRad="152400" dist="317500" dir="5400000" sx="90000" sy="-19000" rotWithShape="0">
              <a:prstClr val="black">
                <a:alpha val="15000"/>
              </a:prstClr>
            </a:outerShdw>
          </a:effectLst>
        </p:spPr>
        <p:txBody>
          <a:bodyPr wrap="square" rtlCol="0">
            <a:spAutoFit/>
          </a:bodyPr>
          <a:lstStyle/>
          <a:p>
            <a:pPr algn="ctr"/>
            <a:r>
              <a:rPr lang="fr-FR" dirty="0" smtClean="0">
                <a:solidFill>
                  <a:srgbClr val="AF7B51"/>
                </a:solidFill>
              </a:rPr>
              <a:t>Année universitaires:</a:t>
            </a:r>
          </a:p>
          <a:p>
            <a:pPr algn="ctr"/>
            <a:r>
              <a:rPr lang="fr-FR" dirty="0" smtClean="0">
                <a:solidFill>
                  <a:srgbClr val="AF7B51"/>
                </a:solidFill>
              </a:rPr>
              <a:t>2026-2027</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5"/>
          <p:cNvSpPr txBox="1">
            <a:spLocks noGrp="1"/>
          </p:cNvSpPr>
          <p:nvPr>
            <p:ph type="title"/>
          </p:nvPr>
        </p:nvSpPr>
        <p:spPr>
          <a:xfrm>
            <a:off x="970600" y="488000"/>
            <a:ext cx="4508100" cy="1383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a:t>Sommaire</a:t>
            </a:r>
            <a:endParaRPr dirty="0"/>
          </a:p>
        </p:txBody>
      </p:sp>
      <p:sp>
        <p:nvSpPr>
          <p:cNvPr id="141" name="Google Shape;141;p15"/>
          <p:cNvSpPr txBox="1">
            <a:spLocks noGrp="1"/>
          </p:cNvSpPr>
          <p:nvPr>
            <p:ph type="body" idx="1"/>
          </p:nvPr>
        </p:nvSpPr>
        <p:spPr>
          <a:xfrm>
            <a:off x="1047251" y="1338989"/>
            <a:ext cx="4431449" cy="2119800"/>
          </a:xfrm>
          <a:prstGeom prst="rect">
            <a:avLst/>
          </a:prstGeom>
        </p:spPr>
        <p:txBody>
          <a:bodyPr spcFirstLastPara="1" wrap="square" lIns="91425" tIns="91425" rIns="91425" bIns="91425" anchor="t" anchorCtr="0">
            <a:noAutofit/>
          </a:bodyPr>
          <a:lstStyle/>
          <a:p>
            <a:pPr marL="342900" lvl="0" indent="-342900" algn="l" rtl="0">
              <a:spcBef>
                <a:spcPts val="0"/>
              </a:spcBef>
              <a:spcAft>
                <a:spcPts val="1200"/>
              </a:spcAft>
              <a:buFont typeface="+mj-lt"/>
              <a:buAutoNum type="arabicPeriod"/>
            </a:pPr>
            <a:r>
              <a:rPr lang="fr-FR" sz="2400" dirty="0" smtClean="0"/>
              <a:t>Intoduction</a:t>
            </a:r>
          </a:p>
          <a:p>
            <a:pPr marL="342900" lvl="0" indent="-342900" algn="l" rtl="0">
              <a:spcBef>
                <a:spcPts val="0"/>
              </a:spcBef>
              <a:spcAft>
                <a:spcPts val="1200"/>
              </a:spcAft>
              <a:buFont typeface="+mj-lt"/>
              <a:buAutoNum type="arabicPeriod"/>
            </a:pPr>
            <a:r>
              <a:rPr lang="fr-FR" sz="2400" dirty="0" smtClean="0"/>
              <a:t>Les specification des besoin</a:t>
            </a:r>
          </a:p>
          <a:p>
            <a:pPr marL="342900" lvl="0" indent="-342900" algn="l" rtl="0">
              <a:spcBef>
                <a:spcPts val="0"/>
              </a:spcBef>
              <a:spcAft>
                <a:spcPts val="1200"/>
              </a:spcAft>
              <a:buFont typeface="+mj-lt"/>
              <a:buAutoNum type="arabicPeriod"/>
            </a:pPr>
            <a:r>
              <a:rPr lang="fr-FR" sz="2400" dirty="0" smtClean="0"/>
              <a:t>La conception</a:t>
            </a:r>
          </a:p>
          <a:p>
            <a:pPr marL="342900" lvl="0" indent="-342900" algn="l" rtl="0">
              <a:spcBef>
                <a:spcPts val="0"/>
              </a:spcBef>
              <a:spcAft>
                <a:spcPts val="1200"/>
              </a:spcAft>
              <a:buFont typeface="+mj-lt"/>
              <a:buAutoNum type="arabicPeriod"/>
            </a:pPr>
            <a:r>
              <a:rPr lang="fr-FR" sz="2400" dirty="0" smtClean="0"/>
              <a:t>La réalisation</a:t>
            </a:r>
          </a:p>
          <a:p>
            <a:pPr marL="342900" lvl="0" indent="-342900" algn="l" rtl="0">
              <a:spcBef>
                <a:spcPts val="0"/>
              </a:spcBef>
              <a:spcAft>
                <a:spcPts val="1200"/>
              </a:spcAft>
              <a:buFont typeface="+mj-lt"/>
              <a:buAutoNum type="arabicPeriod"/>
            </a:pPr>
            <a:r>
              <a:rPr lang="fr-FR" sz="2400" dirty="0" smtClean="0"/>
              <a:t>conclusion</a:t>
            </a:r>
            <a:endParaRPr sz="2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4"/>
          <p:cNvSpPr txBox="1">
            <a:spLocks noGrp="1"/>
          </p:cNvSpPr>
          <p:nvPr>
            <p:ph type="title"/>
          </p:nvPr>
        </p:nvSpPr>
        <p:spPr>
          <a:xfrm>
            <a:off x="830700" y="513575"/>
            <a:ext cx="3709200" cy="1019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a:t>Introduction:</a:t>
            </a:r>
            <a:endParaRPr dirty="0"/>
          </a:p>
        </p:txBody>
      </p:sp>
      <p:sp>
        <p:nvSpPr>
          <p:cNvPr id="135" name="Google Shape;135;p14"/>
          <p:cNvSpPr txBox="1">
            <a:spLocks noGrp="1"/>
          </p:cNvSpPr>
          <p:nvPr>
            <p:ph type="body" idx="1"/>
          </p:nvPr>
        </p:nvSpPr>
        <p:spPr>
          <a:xfrm>
            <a:off x="372140" y="1254641"/>
            <a:ext cx="8402055" cy="3359647"/>
          </a:xfrm>
          <a:prstGeom prst="rect">
            <a:avLst/>
          </a:prstGeom>
        </p:spPr>
        <p:txBody>
          <a:bodyPr spcFirstLastPara="1" wrap="square" lIns="91425" tIns="91425" rIns="91425" bIns="91425" anchor="t" anchorCtr="0">
            <a:normAutofit fontScale="92500" lnSpcReduction="20000"/>
          </a:bodyPr>
          <a:lstStyle/>
          <a:p>
            <a:pPr marL="146050" indent="0">
              <a:buNone/>
            </a:pPr>
            <a:r>
              <a:rPr lang="fr-FR" sz="1600" dirty="0">
                <a:latin typeface="+mj-lt"/>
              </a:rPr>
              <a:t>Dans le cadre de notre projet, nous avons réalisé un site web de gestion d’une boutique en ligne spécialisée dans la vente de vêtements. Ce projet a pour objectif de faciliter la présentation des articles, la gestion des commandes et le suivi des clients à travers un site web simple et facile à </a:t>
            </a:r>
            <a:r>
              <a:rPr lang="fr-FR" sz="1600" dirty="0" smtClean="0">
                <a:latin typeface="+mj-lt"/>
              </a:rPr>
              <a:t>utiliser.</a:t>
            </a:r>
          </a:p>
          <a:p>
            <a:pPr marL="146050" indent="0">
              <a:buNone/>
            </a:pPr>
            <a:endParaRPr lang="fr-FR" sz="1500" dirty="0" smtClean="0">
              <a:latin typeface="+mj-lt"/>
            </a:endParaRPr>
          </a:p>
          <a:p>
            <a:pPr marL="146050" indent="0">
              <a:buNone/>
            </a:pPr>
            <a:r>
              <a:rPr lang="fr-FR" sz="1500" dirty="0" smtClean="0">
                <a:latin typeface="+mj-lt"/>
              </a:rPr>
              <a:t>         L’objectif </a:t>
            </a:r>
            <a:r>
              <a:rPr lang="fr-FR" sz="1500" dirty="0">
                <a:latin typeface="+mj-lt"/>
              </a:rPr>
              <a:t>principal de notre projet est de développer une application web permettant :</a:t>
            </a:r>
          </a:p>
          <a:p>
            <a:pPr lvl="1">
              <a:buFont typeface="Arial" panose="020B0604020202020204" pitchFamily="34" charset="0"/>
              <a:buChar char="•"/>
            </a:pPr>
            <a:r>
              <a:rPr lang="fr-FR" sz="1500" dirty="0">
                <a:latin typeface="+mj-lt"/>
              </a:rPr>
              <a:t>de présenter les vêtements disponibles à la vente ;</a:t>
            </a:r>
          </a:p>
          <a:p>
            <a:pPr lvl="1">
              <a:buFont typeface="Arial" panose="020B0604020202020204" pitchFamily="34" charset="0"/>
              <a:buChar char="•"/>
            </a:pPr>
            <a:r>
              <a:rPr lang="fr-FR" sz="1500" dirty="0">
                <a:latin typeface="+mj-lt"/>
              </a:rPr>
              <a:t>de faciliter la gestion des commandes des clients ;</a:t>
            </a:r>
          </a:p>
          <a:p>
            <a:pPr lvl="1">
              <a:buFont typeface="Arial" panose="020B0604020202020204" pitchFamily="34" charset="0"/>
              <a:buChar char="•"/>
            </a:pPr>
            <a:r>
              <a:rPr lang="fr-FR" sz="1500" dirty="0">
                <a:latin typeface="+mj-lt"/>
              </a:rPr>
              <a:t>d’assurer le suivi du stock ;</a:t>
            </a:r>
          </a:p>
          <a:p>
            <a:pPr lvl="1">
              <a:buFont typeface="Arial" panose="020B0604020202020204" pitchFamily="34" charset="0"/>
              <a:buChar char="•"/>
            </a:pPr>
            <a:r>
              <a:rPr lang="fr-FR" sz="1500" dirty="0">
                <a:latin typeface="+mj-lt"/>
              </a:rPr>
              <a:t>de simplifier le processus d’achat en ligne ;</a:t>
            </a:r>
          </a:p>
          <a:p>
            <a:pPr lvl="1">
              <a:buFont typeface="Arial" panose="020B0604020202020204" pitchFamily="34" charset="0"/>
              <a:buChar char="•"/>
            </a:pPr>
            <a:r>
              <a:rPr lang="fr-FR" sz="1500" dirty="0">
                <a:latin typeface="+mj-lt"/>
              </a:rPr>
              <a:t>d’améliorer l’organisation générale de la boutique</a:t>
            </a:r>
            <a:r>
              <a:rPr lang="fr-FR" sz="1500" dirty="0" smtClean="0">
                <a:latin typeface="+mj-lt"/>
              </a:rPr>
              <a:t>.</a:t>
            </a:r>
          </a:p>
          <a:p>
            <a:pPr marL="615950" lvl="1" indent="0">
              <a:buNone/>
            </a:pPr>
            <a:endParaRPr lang="fr-FR" dirty="0"/>
          </a:p>
          <a:p>
            <a:pPr marL="615950" lvl="1" indent="0">
              <a:buNone/>
            </a:pPr>
            <a:endParaRPr lang="fr-FR" dirty="0"/>
          </a:p>
          <a:p>
            <a:pPr marL="146050" indent="0">
              <a:buNone/>
            </a:pPr>
            <a:r>
              <a:rPr lang="fr-FR" sz="1600" dirty="0" smtClean="0">
                <a:latin typeface="+mj-lt"/>
              </a:rPr>
              <a:t>Il </a:t>
            </a:r>
            <a:r>
              <a:rPr lang="fr-FR" sz="1600" dirty="0">
                <a:latin typeface="+mj-lt"/>
              </a:rPr>
              <a:t>est donc nécessaire de mettre en place un site web permettant de faciliter les </a:t>
            </a:r>
            <a:r>
              <a:rPr lang="fr-FR" sz="1600" dirty="0" smtClean="0">
                <a:latin typeface="+mj-lt"/>
              </a:rPr>
              <a:t>différentes   </a:t>
            </a:r>
          </a:p>
          <a:p>
            <a:pPr marL="146050" indent="0">
              <a:buNone/>
            </a:pPr>
            <a:r>
              <a:rPr lang="fr-FR" sz="1600" dirty="0" smtClean="0">
                <a:latin typeface="+mj-lt"/>
              </a:rPr>
              <a:t>       opérations de gestion et d’offrir aux clients une expérience d’achat simple et agréable.</a:t>
            </a:r>
          </a:p>
          <a:p>
            <a:pPr marL="1371600" lvl="3" indent="0">
              <a:spcBef>
                <a:spcPts val="200"/>
              </a:spcBef>
              <a:spcAft>
                <a:spcPts val="1200"/>
              </a:spcAft>
              <a:buNone/>
            </a:pPr>
            <a:endParaRP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6"/>
          <p:cNvSpPr txBox="1">
            <a:spLocks noGrp="1"/>
          </p:cNvSpPr>
          <p:nvPr>
            <p:ph type="title"/>
          </p:nvPr>
        </p:nvSpPr>
        <p:spPr>
          <a:xfrm>
            <a:off x="632114" y="461136"/>
            <a:ext cx="4937413" cy="671473"/>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FR" dirty="0" smtClean="0"/>
              <a:t>Besoins fonctionnels</a:t>
            </a:r>
            <a:endParaRPr dirty="0"/>
          </a:p>
        </p:txBody>
      </p:sp>
      <p:graphicFrame>
        <p:nvGraphicFramePr>
          <p:cNvPr id="2" name="Diagramme 1"/>
          <p:cNvGraphicFramePr/>
          <p:nvPr>
            <p:extLst>
              <p:ext uri="{D42A27DB-BD31-4B8C-83A1-F6EECF244321}">
                <p14:modId xmlns:p14="http://schemas.microsoft.com/office/powerpoint/2010/main" val="2807972999"/>
              </p:ext>
            </p:extLst>
          </p:nvPr>
        </p:nvGraphicFramePr>
        <p:xfrm>
          <a:off x="997527" y="613064"/>
          <a:ext cx="7263246" cy="4032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0700" y="575436"/>
            <a:ext cx="5893377" cy="1383000"/>
          </a:xfrm>
        </p:spPr>
        <p:txBody>
          <a:bodyPr/>
          <a:lstStyle/>
          <a:p>
            <a:r>
              <a:rPr lang="fr-FR" dirty="0" smtClean="0"/>
              <a:t>Les besoins non fonctionneles</a:t>
            </a:r>
            <a:endParaRPr lang="en-US" dirty="0"/>
          </a:p>
        </p:txBody>
      </p:sp>
      <p:graphicFrame>
        <p:nvGraphicFramePr>
          <p:cNvPr id="4" name="Diagramme 3"/>
          <p:cNvGraphicFramePr/>
          <p:nvPr>
            <p:extLst>
              <p:ext uri="{D42A27DB-BD31-4B8C-83A1-F6EECF244321}">
                <p14:modId xmlns:p14="http://schemas.microsoft.com/office/powerpoint/2010/main" val="2202558975"/>
              </p:ext>
            </p:extLst>
          </p:nvPr>
        </p:nvGraphicFramePr>
        <p:xfrm>
          <a:off x="1524000" y="53975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117168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902401" y="1971674"/>
            <a:ext cx="5308023" cy="902027"/>
          </a:xfrm>
        </p:spPr>
        <p:txBody>
          <a:bodyPr/>
          <a:lstStyle/>
          <a:p>
            <a:pPr algn="ctr"/>
            <a:r>
              <a:rPr lang="fr-FR" dirty="0" smtClean="0"/>
              <a:t>La conception</a:t>
            </a:r>
            <a:endParaRPr lang="en-US" dirty="0"/>
          </a:p>
        </p:txBody>
      </p:sp>
    </p:spTree>
    <p:extLst>
      <p:ext uri="{BB962C8B-B14F-4D97-AF65-F5344CB8AC3E}">
        <p14:creationId xmlns:p14="http://schemas.microsoft.com/office/powerpoint/2010/main" val="244425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78194" y="707376"/>
            <a:ext cx="5443871" cy="526000"/>
          </a:xfrm>
        </p:spPr>
        <p:txBody>
          <a:bodyPr>
            <a:normAutofit/>
          </a:bodyPr>
          <a:lstStyle/>
          <a:p>
            <a:r>
              <a:rPr lang="fr" sz="1800" b="1" u="sng" dirty="0">
                <a:solidFill>
                  <a:srgbClr val="AF7B51"/>
                </a:solidFill>
                <a:latin typeface="Arial"/>
                <a:ea typeface="Arial"/>
                <a:cs typeface="Arial"/>
                <a:sym typeface="Arial"/>
              </a:rPr>
              <a:t>Définition du diagramme de cas d’utilisation</a:t>
            </a:r>
            <a:endParaRPr lang="en-US" sz="1800" dirty="0">
              <a:solidFill>
                <a:srgbClr val="AF7B51"/>
              </a:solidFill>
            </a:endParaRPr>
          </a:p>
        </p:txBody>
      </p:sp>
      <p:sp>
        <p:nvSpPr>
          <p:cNvPr id="3" name="Espace réservé du texte 2"/>
          <p:cNvSpPr>
            <a:spLocks noGrp="1"/>
          </p:cNvSpPr>
          <p:nvPr>
            <p:ph type="body" idx="1"/>
          </p:nvPr>
        </p:nvSpPr>
        <p:spPr>
          <a:xfrm>
            <a:off x="978194" y="1520454"/>
            <a:ext cx="7581013" cy="2737641"/>
          </a:xfrm>
        </p:spPr>
        <p:txBody>
          <a:bodyPr>
            <a:normAutofit/>
          </a:bodyPr>
          <a:lstStyle/>
          <a:p>
            <a:r>
              <a:rPr lang="fr-FR" sz="1400" dirty="0">
                <a:latin typeface="+mj-lt"/>
              </a:rPr>
              <a:t>Le diagramme de cas d’utilisation est un diagramme UML qui permet de représenter les différentes interactions entre les utilisateurs et le système. </a:t>
            </a:r>
            <a:endParaRPr lang="fr-FR" sz="1400" dirty="0" smtClean="0">
              <a:latin typeface="+mj-lt"/>
            </a:endParaRPr>
          </a:p>
          <a:p>
            <a:pPr marL="146050" indent="0">
              <a:buNone/>
            </a:pPr>
            <a:r>
              <a:rPr lang="fr-FR" sz="1400" dirty="0" smtClean="0">
                <a:latin typeface="+mj-lt"/>
              </a:rPr>
              <a:t>Il </a:t>
            </a:r>
            <a:r>
              <a:rPr lang="fr-FR" sz="1400" dirty="0">
                <a:latin typeface="+mj-lt"/>
              </a:rPr>
              <a:t>sert à identifier les principales fonctionnalités de l’application ainsi que les acteurs qui interagissent avec le système.</a:t>
            </a:r>
          </a:p>
          <a:p>
            <a:pPr marL="146050" indent="0">
              <a:buNone/>
            </a:pPr>
            <a:r>
              <a:rPr lang="fr-FR" sz="1400" dirty="0">
                <a:latin typeface="+mj-lt"/>
              </a:rPr>
              <a:t>Dans notre projet de gestion d’une boutique de vêtements en ligne, le diagramme de cas d’utilisation nous permet de représenter les besoins fonctionnels du système et de visualiser les différentes opérations réalisées par les utilisateurs, notamment la consultation des vêtements, l’authentification et la gestion des commandes.</a:t>
            </a:r>
          </a:p>
          <a:p>
            <a:endParaRPr lang="en-US" dirty="0"/>
          </a:p>
        </p:txBody>
      </p:sp>
    </p:spTree>
    <p:extLst>
      <p:ext uri="{BB962C8B-B14F-4D97-AF65-F5344CB8AC3E}">
        <p14:creationId xmlns:p14="http://schemas.microsoft.com/office/powerpoint/2010/main" val="3499359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651" y="202018"/>
            <a:ext cx="8761228" cy="4720855"/>
          </a:xfrm>
          <a:prstGeom prst="rect">
            <a:avLst/>
          </a:prstGeom>
        </p:spPr>
      </p:pic>
    </p:spTree>
    <p:extLst>
      <p:ext uri="{BB962C8B-B14F-4D97-AF65-F5344CB8AC3E}">
        <p14:creationId xmlns:p14="http://schemas.microsoft.com/office/powerpoint/2010/main" val="14387157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816" y="212652"/>
            <a:ext cx="8750594" cy="4720856"/>
          </a:xfrm>
          <a:prstGeom prst="rect">
            <a:avLst/>
          </a:prstGeom>
        </p:spPr>
      </p:pic>
    </p:spTree>
    <p:extLst>
      <p:ext uri="{BB962C8B-B14F-4D97-AF65-F5344CB8AC3E}">
        <p14:creationId xmlns:p14="http://schemas.microsoft.com/office/powerpoint/2010/main" val="24733276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020" y="180753"/>
            <a:ext cx="8697432" cy="4702744"/>
          </a:xfrm>
          <a:prstGeom prst="rect">
            <a:avLst/>
          </a:prstGeom>
        </p:spPr>
      </p:pic>
    </p:spTree>
    <p:extLst>
      <p:ext uri="{BB962C8B-B14F-4D97-AF65-F5344CB8AC3E}">
        <p14:creationId xmlns:p14="http://schemas.microsoft.com/office/powerpoint/2010/main" val="36949609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76620" y="2100241"/>
            <a:ext cx="7505700" cy="954600"/>
          </a:xfrm>
        </p:spPr>
        <p:txBody>
          <a:bodyPr/>
          <a:lstStyle/>
          <a:p>
            <a:pPr algn="ctr"/>
            <a:r>
              <a:rPr lang="fr-FR" dirty="0" smtClean="0"/>
              <a:t>La réalisation</a:t>
            </a:r>
            <a:endParaRPr lang="en-US" dirty="0"/>
          </a:p>
        </p:txBody>
      </p:sp>
    </p:spTree>
    <p:extLst>
      <p:ext uri="{BB962C8B-B14F-4D97-AF65-F5344CB8AC3E}">
        <p14:creationId xmlns:p14="http://schemas.microsoft.com/office/powerpoint/2010/main" val="34306640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34089" y="397423"/>
            <a:ext cx="7505700" cy="494102"/>
          </a:xfrm>
        </p:spPr>
        <p:txBody>
          <a:bodyPr>
            <a:noAutofit/>
          </a:bodyPr>
          <a:lstStyle/>
          <a:p>
            <a:r>
              <a:rPr lang="fr" sz="2800" dirty="0">
                <a:solidFill>
                  <a:srgbClr val="AF7B51"/>
                </a:solidFill>
                <a:latin typeface="+mj-lt"/>
              </a:rPr>
              <a:t>Les outils </a:t>
            </a:r>
            <a:r>
              <a:rPr lang="fr" sz="2800" dirty="0" smtClean="0">
                <a:solidFill>
                  <a:srgbClr val="AF7B51"/>
                </a:solidFill>
                <a:latin typeface="+mj-lt"/>
              </a:rPr>
              <a:t>utilisées :</a:t>
            </a:r>
            <a:endParaRPr lang="en-US" sz="2800" dirty="0">
              <a:solidFill>
                <a:srgbClr val="AF7B51"/>
              </a:solidFill>
              <a:latin typeface="+mj-lt"/>
            </a:endParaRPr>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438" y="946834"/>
            <a:ext cx="1935126" cy="1366695"/>
          </a:xfrm>
          <a:prstGeom prst="rect">
            <a:avLst/>
          </a:prstGeom>
        </p:spPr>
      </p:pic>
      <p:pic>
        <p:nvPicPr>
          <p:cNvPr id="7" name="Imag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3708" y="2961520"/>
            <a:ext cx="1826140" cy="1496738"/>
          </a:xfrm>
          <a:prstGeom prst="rect">
            <a:avLst/>
          </a:prstGeom>
        </p:spPr>
      </p:pic>
      <p:pic>
        <p:nvPicPr>
          <p:cNvPr id="8" name="Imag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94005" y="1040437"/>
            <a:ext cx="1426981" cy="1426981"/>
          </a:xfrm>
          <a:prstGeom prst="rect">
            <a:avLst/>
          </a:prstGeom>
        </p:spPr>
      </p:pic>
      <p:pic>
        <p:nvPicPr>
          <p:cNvPr id="12" name="Imag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10100" y="2969119"/>
            <a:ext cx="1496738" cy="1496738"/>
          </a:xfrm>
          <a:prstGeom prst="rect">
            <a:avLst/>
          </a:prstGeom>
        </p:spPr>
      </p:pic>
      <p:sp>
        <p:nvSpPr>
          <p:cNvPr id="13" name="ZoneTexte 12"/>
          <p:cNvSpPr txBox="1"/>
          <p:nvPr/>
        </p:nvSpPr>
        <p:spPr>
          <a:xfrm>
            <a:off x="1254642" y="2467418"/>
            <a:ext cx="956930" cy="307777"/>
          </a:xfrm>
          <a:prstGeom prst="rect">
            <a:avLst/>
          </a:prstGeom>
          <a:noFill/>
        </p:spPr>
        <p:txBody>
          <a:bodyPr wrap="square" rtlCol="0">
            <a:spAutoFit/>
          </a:bodyPr>
          <a:lstStyle/>
          <a:p>
            <a:r>
              <a:rPr lang="fr-FR" dirty="0" smtClean="0"/>
              <a:t>Star UML</a:t>
            </a:r>
            <a:endParaRPr lang="en-US" dirty="0"/>
          </a:p>
        </p:txBody>
      </p:sp>
      <p:sp>
        <p:nvSpPr>
          <p:cNvPr id="14" name="ZoneTexte 13"/>
          <p:cNvSpPr txBox="1"/>
          <p:nvPr/>
        </p:nvSpPr>
        <p:spPr>
          <a:xfrm>
            <a:off x="7081283" y="2512430"/>
            <a:ext cx="1754373" cy="307777"/>
          </a:xfrm>
          <a:prstGeom prst="rect">
            <a:avLst/>
          </a:prstGeom>
          <a:noFill/>
        </p:spPr>
        <p:txBody>
          <a:bodyPr wrap="square" rtlCol="0">
            <a:spAutoFit/>
          </a:bodyPr>
          <a:lstStyle/>
          <a:p>
            <a:r>
              <a:rPr lang="fr-FR" dirty="0" smtClean="0"/>
              <a:t>Studio visual code</a:t>
            </a:r>
            <a:endParaRPr lang="en-US" dirty="0"/>
          </a:p>
        </p:txBody>
      </p:sp>
      <p:sp>
        <p:nvSpPr>
          <p:cNvPr id="15" name="ZoneTexte 14"/>
          <p:cNvSpPr txBox="1"/>
          <p:nvPr/>
        </p:nvSpPr>
        <p:spPr>
          <a:xfrm>
            <a:off x="1531088" y="4490694"/>
            <a:ext cx="1063256" cy="307777"/>
          </a:xfrm>
          <a:prstGeom prst="rect">
            <a:avLst/>
          </a:prstGeom>
          <a:noFill/>
        </p:spPr>
        <p:txBody>
          <a:bodyPr wrap="square" rtlCol="0">
            <a:spAutoFit/>
          </a:bodyPr>
          <a:lstStyle/>
          <a:p>
            <a:r>
              <a:rPr lang="fr-FR" dirty="0" smtClean="0"/>
              <a:t>Git</a:t>
            </a:r>
            <a:endParaRPr lang="en-US" dirty="0"/>
          </a:p>
        </p:txBody>
      </p:sp>
      <p:sp>
        <p:nvSpPr>
          <p:cNvPr id="17" name="ZoneTexte 16"/>
          <p:cNvSpPr txBox="1"/>
          <p:nvPr/>
        </p:nvSpPr>
        <p:spPr>
          <a:xfrm>
            <a:off x="7581234" y="4548283"/>
            <a:ext cx="839752" cy="307777"/>
          </a:xfrm>
          <a:prstGeom prst="rect">
            <a:avLst/>
          </a:prstGeom>
          <a:noFill/>
        </p:spPr>
        <p:txBody>
          <a:bodyPr wrap="square" rtlCol="0">
            <a:spAutoFit/>
          </a:bodyPr>
          <a:lstStyle/>
          <a:p>
            <a:r>
              <a:rPr lang="fr-FR" dirty="0" smtClean="0"/>
              <a:t>Git hub</a:t>
            </a:r>
            <a:endParaRPr lang="en-US" dirty="0"/>
          </a:p>
        </p:txBody>
      </p:sp>
    </p:spTree>
    <p:extLst>
      <p:ext uri="{BB962C8B-B14F-4D97-AF65-F5344CB8AC3E}">
        <p14:creationId xmlns:p14="http://schemas.microsoft.com/office/powerpoint/2010/main" val="3453124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1000"/>
                                        <p:tgtEl>
                                          <p:spTgt spid="14"/>
                                        </p:tgtEl>
                                      </p:cBhvr>
                                    </p:animEffect>
                                    <p:anim calcmode="lin" valueType="num">
                                      <p:cBhvr>
                                        <p:cTn id="29" dur="1000" fill="hold"/>
                                        <p:tgtEl>
                                          <p:spTgt spid="14"/>
                                        </p:tgtEl>
                                        <p:attrNameLst>
                                          <p:attrName>ppt_x</p:attrName>
                                        </p:attrNameLst>
                                      </p:cBhvr>
                                      <p:tavLst>
                                        <p:tav tm="0">
                                          <p:val>
                                            <p:strVal val="#ppt_x"/>
                                          </p:val>
                                        </p:tav>
                                        <p:tav tm="100000">
                                          <p:val>
                                            <p:strVal val="#ppt_x"/>
                                          </p:val>
                                        </p:tav>
                                      </p:tavLst>
                                    </p:anim>
                                    <p:anim calcmode="lin" valueType="num">
                                      <p:cBhvr>
                                        <p:cTn id="30"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1000"/>
                                        <p:tgtEl>
                                          <p:spTgt spid="15"/>
                                        </p:tgtEl>
                                      </p:cBhvr>
                                    </p:animEffect>
                                    <p:anim calcmode="lin" valueType="num">
                                      <p:cBhvr>
                                        <p:cTn id="43" dur="1000" fill="hold"/>
                                        <p:tgtEl>
                                          <p:spTgt spid="15"/>
                                        </p:tgtEl>
                                        <p:attrNameLst>
                                          <p:attrName>ppt_x</p:attrName>
                                        </p:attrNameLst>
                                      </p:cBhvr>
                                      <p:tavLst>
                                        <p:tav tm="0">
                                          <p:val>
                                            <p:strVal val="#ppt_x"/>
                                          </p:val>
                                        </p:tav>
                                        <p:tav tm="100000">
                                          <p:val>
                                            <p:strVal val="#ppt_x"/>
                                          </p:val>
                                        </p:tav>
                                      </p:tavLst>
                                    </p:anim>
                                    <p:anim calcmode="lin" valueType="num">
                                      <p:cBhvr>
                                        <p:cTn id="4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1000"/>
                                        <p:tgtEl>
                                          <p:spTgt spid="17"/>
                                        </p:tgtEl>
                                      </p:cBhvr>
                                    </p:animEffect>
                                    <p:anim calcmode="lin" valueType="num">
                                      <p:cBhvr>
                                        <p:cTn id="57" dur="1000" fill="hold"/>
                                        <p:tgtEl>
                                          <p:spTgt spid="17"/>
                                        </p:tgtEl>
                                        <p:attrNameLst>
                                          <p:attrName>ppt_x</p:attrName>
                                        </p:attrNameLst>
                                      </p:cBhvr>
                                      <p:tavLst>
                                        <p:tav tm="0">
                                          <p:val>
                                            <p:strVal val="#ppt_x"/>
                                          </p:val>
                                        </p:tav>
                                        <p:tav tm="100000">
                                          <p:val>
                                            <p:strVal val="#ppt_x"/>
                                          </p:val>
                                        </p:tav>
                                      </p:tavLst>
                                    </p:anim>
                                    <p:anim calcmode="lin" valueType="num">
                                      <p:cBhvr>
                                        <p:cTn id="58"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229" y="350875"/>
            <a:ext cx="4005516" cy="4307818"/>
          </a:xfrm>
          <a:prstGeom prst="rect">
            <a:avLst/>
          </a:prstGeom>
        </p:spPr>
      </p:pic>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3440" y="350875"/>
            <a:ext cx="3605890" cy="4307818"/>
          </a:xfrm>
          <a:prstGeom prst="rect">
            <a:avLst/>
          </a:prstGeom>
        </p:spPr>
      </p:pic>
    </p:spTree>
    <p:extLst>
      <p:ext uri="{BB962C8B-B14F-4D97-AF65-F5344CB8AC3E}">
        <p14:creationId xmlns:p14="http://schemas.microsoft.com/office/powerpoint/2010/main" val="42624176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019" y="202020"/>
            <a:ext cx="8750596" cy="4667692"/>
          </a:xfrm>
          <a:prstGeom prst="rect">
            <a:avLst/>
          </a:prstGeom>
        </p:spPr>
      </p:pic>
    </p:spTree>
    <p:extLst>
      <p:ext uri="{BB962C8B-B14F-4D97-AF65-F5344CB8AC3E}">
        <p14:creationId xmlns:p14="http://schemas.microsoft.com/office/powerpoint/2010/main" val="40835907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447" y="446567"/>
            <a:ext cx="8644270" cy="4114800"/>
          </a:xfrm>
          <a:prstGeom prst="rect">
            <a:avLst/>
          </a:prstGeom>
        </p:spPr>
      </p:pic>
    </p:spTree>
    <p:extLst>
      <p:ext uri="{BB962C8B-B14F-4D97-AF65-F5344CB8AC3E}">
        <p14:creationId xmlns:p14="http://schemas.microsoft.com/office/powerpoint/2010/main" val="39995809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968" y="297712"/>
            <a:ext cx="4056115" cy="4540102"/>
          </a:xfrm>
          <a:prstGeom prst="rect">
            <a:avLst/>
          </a:prstGeom>
        </p:spPr>
      </p:pic>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8083" y="297712"/>
            <a:ext cx="4465675" cy="4401879"/>
          </a:xfrm>
          <a:prstGeom prst="rect">
            <a:avLst/>
          </a:prstGeom>
        </p:spPr>
      </p:pic>
    </p:spTree>
    <p:extLst>
      <p:ext uri="{BB962C8B-B14F-4D97-AF65-F5344CB8AC3E}">
        <p14:creationId xmlns:p14="http://schemas.microsoft.com/office/powerpoint/2010/main" val="36619420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873432" y="664847"/>
            <a:ext cx="3709200" cy="568530"/>
          </a:xfrm>
        </p:spPr>
        <p:txBody>
          <a:bodyPr>
            <a:normAutofit fontScale="90000"/>
          </a:bodyPr>
          <a:lstStyle/>
          <a:p>
            <a:r>
              <a:rPr lang="fr-FR" dirty="0" smtClean="0"/>
              <a:t>Conclusion</a:t>
            </a:r>
            <a:endParaRPr lang="en-US" dirty="0"/>
          </a:p>
        </p:txBody>
      </p:sp>
      <p:sp>
        <p:nvSpPr>
          <p:cNvPr id="4" name="Espace réservé du texte 3"/>
          <p:cNvSpPr>
            <a:spLocks noGrp="1"/>
          </p:cNvSpPr>
          <p:nvPr>
            <p:ph type="body" idx="1"/>
          </p:nvPr>
        </p:nvSpPr>
        <p:spPr>
          <a:xfrm>
            <a:off x="1041991" y="1456660"/>
            <a:ext cx="7081283" cy="2562447"/>
          </a:xfrm>
        </p:spPr>
        <p:txBody>
          <a:bodyPr/>
          <a:lstStyle/>
          <a:p>
            <a:pPr marL="146050" indent="0">
              <a:buNone/>
            </a:pPr>
            <a:r>
              <a:rPr lang="fr-FR" sz="1600" dirty="0">
                <a:latin typeface="+mj-lt"/>
                <a:cs typeface="Calibri" panose="020F0502020204030204" pitchFamily="34" charset="0"/>
              </a:rPr>
              <a:t>Ce projet de gestion d’une boutique de vêtements en ligne nous a permis de créer un site web et de mettre en pratique nos connaissances en développement web</a:t>
            </a:r>
            <a:r>
              <a:rPr lang="fr-FR" sz="1600" dirty="0" smtClean="0">
                <a:latin typeface="+mj-lt"/>
                <a:cs typeface="Calibri" panose="020F0502020204030204" pitchFamily="34" charset="0"/>
              </a:rPr>
              <a:t>.</a:t>
            </a:r>
          </a:p>
          <a:p>
            <a:pPr marL="146050" indent="0">
              <a:buNone/>
            </a:pPr>
            <a:r>
              <a:rPr lang="fr-FR" sz="1600" dirty="0" smtClean="0">
                <a:latin typeface="+mj-lt"/>
                <a:cs typeface="Calibri" panose="020F0502020204030204" pitchFamily="34" charset="0"/>
              </a:rPr>
              <a:t> </a:t>
            </a:r>
            <a:r>
              <a:rPr lang="fr-FR" sz="1600" dirty="0">
                <a:latin typeface="+mj-lt"/>
                <a:cs typeface="Calibri" panose="020F0502020204030204" pitchFamily="34" charset="0"/>
              </a:rPr>
              <a:t>Nous avons utilisé </a:t>
            </a:r>
            <a:r>
              <a:rPr lang="fr-FR" sz="1600" dirty="0" smtClean="0">
                <a:latin typeface="+mj-lt"/>
                <a:cs typeface="Calibri" panose="020F0502020204030204" pitchFamily="34" charset="0"/>
              </a:rPr>
              <a:t>Visual </a:t>
            </a:r>
            <a:r>
              <a:rPr lang="fr-FR" sz="1600" dirty="0">
                <a:latin typeface="+mj-lt"/>
                <a:cs typeface="Calibri" panose="020F0502020204030204" pitchFamily="34" charset="0"/>
              </a:rPr>
              <a:t>Studio Code, Git et GitHub pour réaliser le projet et organiser notre travail en équipe.</a:t>
            </a:r>
          </a:p>
          <a:p>
            <a:pPr marL="146050" indent="0">
              <a:buNone/>
            </a:pPr>
            <a:r>
              <a:rPr lang="fr-FR" sz="1600" dirty="0">
                <a:latin typeface="+mj-lt"/>
                <a:cs typeface="Calibri" panose="020F0502020204030204" pitchFamily="34" charset="0"/>
              </a:rPr>
              <a:t>Cette expérience nous a permis d’améliorer nos compétences techniques et de mieux comprendre les étapes de création d’un site web.</a:t>
            </a:r>
          </a:p>
          <a:p>
            <a:endParaRPr lang="en-US" dirty="0"/>
          </a:p>
        </p:txBody>
      </p:sp>
    </p:spTree>
    <p:extLst>
      <p:ext uri="{BB962C8B-B14F-4D97-AF65-F5344CB8AC3E}">
        <p14:creationId xmlns:p14="http://schemas.microsoft.com/office/powerpoint/2010/main" val="1161348133"/>
      </p:ext>
    </p:extLst>
  </p:cSld>
  <p:clrMapOvr>
    <a:masterClrMapping/>
  </p:clrMapOvr>
  <p:timing>
    <p:tnLst>
      <p:par>
        <p:cTn id="1" dur="indefinite" restart="never" nodeType="tmRoot"/>
      </p:par>
    </p:tnLst>
  </p:timing>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325</TotalTime>
  <Words>402</Words>
  <Application>Microsoft Office PowerPoint</Application>
  <PresentationFormat>Affichage à l'écran (16:9)</PresentationFormat>
  <Paragraphs>55</Paragraphs>
  <Slides>17</Slides>
  <Notes>4</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17</vt:i4>
      </vt:variant>
    </vt:vector>
  </HeadingPairs>
  <TitlesOfParts>
    <vt:vector size="21" baseType="lpstr">
      <vt:lpstr>Calibri</vt:lpstr>
      <vt:lpstr>Nunito</vt:lpstr>
      <vt:lpstr>Arial</vt:lpstr>
      <vt:lpstr>Shift</vt:lpstr>
      <vt:lpstr>Application de gestion d’une Boutique en ligne</vt:lpstr>
      <vt:lpstr>Sommaire</vt:lpstr>
      <vt:lpstr>Introduction:</vt:lpstr>
      <vt:lpstr>Besoins fonctionnels</vt:lpstr>
      <vt:lpstr>Les besoins non fonctionneles</vt:lpstr>
      <vt:lpstr>La conception</vt:lpstr>
      <vt:lpstr>Définition du diagramme de cas d’utilisation</vt:lpstr>
      <vt:lpstr>Présentation PowerPoint</vt:lpstr>
      <vt:lpstr>Présentation PowerPoint</vt:lpstr>
      <vt:lpstr>Présentation PowerPoint</vt:lpstr>
      <vt:lpstr>La réalisation</vt:lpstr>
      <vt:lpstr>Les outils utilisées :</vt:lpstr>
      <vt:lpstr>Présentation PowerPoint</vt:lpstr>
      <vt:lpstr>Présentation PowerPoint</vt:lpstr>
      <vt:lpstr>Présentation PowerPoint</vt:lpstr>
      <vt:lpstr>Présentation PowerPoint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Azza Fakhet</dc:creator>
  <cp:lastModifiedBy>USER</cp:lastModifiedBy>
  <cp:revision>19</cp:revision>
  <dcterms:modified xsi:type="dcterms:W3CDTF">2026-10-25T18:41:04Z</dcterms:modified>
</cp:coreProperties>
</file>